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Sora SemiBold"/>
      <p:regular r:id="rId30"/>
      <p:bold r:id="rId31"/>
    </p:embeddedFont>
    <p:embeddedFont>
      <p:font typeface="Inter T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oraSemiBold-bold.fntdata"/><Relationship Id="rId30" Type="http://schemas.openxmlformats.org/officeDocument/2006/relationships/font" Target="fonts/SoraSemiBold-regular.fntdata"/><Relationship Id="rId11" Type="http://schemas.openxmlformats.org/officeDocument/2006/relationships/slide" Target="slides/slide7.xml"/><Relationship Id="rId33" Type="http://schemas.openxmlformats.org/officeDocument/2006/relationships/font" Target="fonts/InterTight-bold.fntdata"/><Relationship Id="rId10" Type="http://schemas.openxmlformats.org/officeDocument/2006/relationships/slide" Target="slides/slide6.xml"/><Relationship Id="rId32" Type="http://schemas.openxmlformats.org/officeDocument/2006/relationships/font" Target="fonts/InterTight-regular.fntdata"/><Relationship Id="rId13" Type="http://schemas.openxmlformats.org/officeDocument/2006/relationships/slide" Target="slides/slide9.xml"/><Relationship Id="rId35" Type="http://schemas.openxmlformats.org/officeDocument/2006/relationships/font" Target="fonts/InterTight-boldItalic.fntdata"/><Relationship Id="rId12" Type="http://schemas.openxmlformats.org/officeDocument/2006/relationships/slide" Target="slides/slide8.xml"/><Relationship Id="rId34" Type="http://schemas.openxmlformats.org/officeDocument/2006/relationships/font" Target="fonts/InterTight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0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">
  <p:cSld name="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">
  <p:cSld name="1_Slid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>
            <p:ph idx="2" type="pic"/>
          </p:nvPr>
        </p:nvPicPr>
        <p:blipFill/>
        <p:spPr>
          <a:xfrm>
            <a:off x="695325" y="4662488"/>
            <a:ext cx="2228850" cy="164623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9" name="Google Shape;9;p3"/>
          <p:cNvPicPr preferRelativeResize="0"/>
          <p:nvPr>
            <p:ph idx="3" type="pic"/>
          </p:nvPr>
        </p:nvPicPr>
        <p:blipFill/>
        <p:spPr>
          <a:xfrm>
            <a:off x="8548740" y="1951038"/>
            <a:ext cx="2971861" cy="4357687"/>
          </a:xfrm>
          <a:prstGeom prst="roundRect">
            <a:avLst>
              <a:gd fmla="val 9132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lide">
  <p:cSld name="2_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/>
          <p:cNvPicPr preferRelativeResize="0"/>
          <p:nvPr>
            <p:ph idx="2" type="pic"/>
          </p:nvPr>
        </p:nvPicPr>
        <p:blipFill/>
        <p:spPr>
          <a:xfrm>
            <a:off x="4152900" y="4201941"/>
            <a:ext cx="3755514" cy="2106784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lide">
  <p:cSld name="3_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>
            <p:ph idx="2" type="pic"/>
          </p:nvPr>
        </p:nvPicPr>
        <p:blipFill/>
        <p:spPr>
          <a:xfrm>
            <a:off x="4161612" y="4506571"/>
            <a:ext cx="3289097" cy="1802154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lide">
  <p:cSld name="4_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6"/>
          <p:cNvPicPr preferRelativeResize="0"/>
          <p:nvPr>
            <p:ph idx="2" type="pic"/>
          </p:nvPr>
        </p:nvPicPr>
        <p:blipFill/>
        <p:spPr>
          <a:xfrm>
            <a:off x="695324" y="1951037"/>
            <a:ext cx="3320938" cy="435768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lide">
  <p:cSld name="5_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7"/>
          <p:cNvPicPr preferRelativeResize="0"/>
          <p:nvPr>
            <p:ph idx="2" type="pic"/>
          </p:nvPr>
        </p:nvPicPr>
        <p:blipFill/>
        <p:spPr>
          <a:xfrm>
            <a:off x="7497203" y="1951038"/>
            <a:ext cx="3999472" cy="220471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lide">
  <p:cSld name="6_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8"/>
          <p:cNvPicPr preferRelativeResize="0"/>
          <p:nvPr>
            <p:ph idx="2" type="pic"/>
          </p:nvPr>
        </p:nvPicPr>
        <p:blipFill/>
        <p:spPr>
          <a:xfrm>
            <a:off x="695325" y="3936276"/>
            <a:ext cx="3926345" cy="2372450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lide">
  <p:cSld name="7_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9"/>
          <p:cNvPicPr preferRelativeResize="0"/>
          <p:nvPr>
            <p:ph idx="2" type="pic"/>
          </p:nvPr>
        </p:nvPicPr>
        <p:blipFill/>
        <p:spPr>
          <a:xfrm>
            <a:off x="5328172" y="1951039"/>
            <a:ext cx="2524238" cy="2272618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lide">
  <p:cSld name="8_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>
            <p:ph idx="2" type="pic"/>
          </p:nvPr>
        </p:nvPicPr>
        <p:blipFill/>
        <p:spPr>
          <a:xfrm>
            <a:off x="8476025" y="2206646"/>
            <a:ext cx="3020649" cy="410207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24" name="Google Shape;24;p10"/>
          <p:cNvPicPr preferRelativeResize="0"/>
          <p:nvPr>
            <p:ph idx="3" type="pic"/>
          </p:nvPr>
        </p:nvPicPr>
        <p:blipFill/>
        <p:spPr>
          <a:xfrm>
            <a:off x="5898810" y="4807974"/>
            <a:ext cx="1249514" cy="1500751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25" name="Google Shape;25;p10"/>
          <p:cNvPicPr preferRelativeResize="0"/>
          <p:nvPr>
            <p:ph idx="4" type="pic"/>
          </p:nvPr>
        </p:nvPicPr>
        <p:blipFill/>
        <p:spPr>
          <a:xfrm>
            <a:off x="2380688" y="4807974"/>
            <a:ext cx="1249514" cy="1500751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lide">
  <p:cSld name="9_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>
            <p:ph idx="2" type="pic"/>
          </p:nvPr>
        </p:nvPicPr>
        <p:blipFill/>
        <p:spPr>
          <a:xfrm>
            <a:off x="7852409" y="4531223"/>
            <a:ext cx="3644265" cy="1777500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lide">
  <p:cSld name="10_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>
            <p:ph idx="2" type="pic"/>
          </p:nvPr>
        </p:nvPicPr>
        <p:blipFill/>
        <p:spPr>
          <a:xfrm>
            <a:off x="4208145" y="1951038"/>
            <a:ext cx="3644265" cy="2417838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lide">
  <p:cSld name="11_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3"/>
          <p:cNvPicPr preferRelativeResize="0"/>
          <p:nvPr>
            <p:ph idx="2" type="pic"/>
          </p:nvPr>
        </p:nvPicPr>
        <p:blipFill/>
        <p:spPr>
          <a:xfrm>
            <a:off x="8597408" y="1951038"/>
            <a:ext cx="2877779" cy="2468562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32" name="Google Shape;32;p13"/>
          <p:cNvPicPr preferRelativeResize="0"/>
          <p:nvPr>
            <p:ph idx="3" type="pic"/>
          </p:nvPr>
        </p:nvPicPr>
        <p:blipFill/>
        <p:spPr>
          <a:xfrm>
            <a:off x="695325" y="4564837"/>
            <a:ext cx="2192679" cy="174388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Slide">
  <p:cSld name="12_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4"/>
          <p:cNvPicPr preferRelativeResize="0"/>
          <p:nvPr>
            <p:ph idx="2" type="pic"/>
          </p:nvPr>
        </p:nvPicPr>
        <p:blipFill/>
        <p:spPr>
          <a:xfrm>
            <a:off x="695325" y="4332325"/>
            <a:ext cx="4520998" cy="1976399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Slide">
  <p:cSld name="13_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5"/>
          <p:cNvPicPr preferRelativeResize="0"/>
          <p:nvPr>
            <p:ph idx="2" type="pic"/>
          </p:nvPr>
        </p:nvPicPr>
        <p:blipFill/>
        <p:spPr>
          <a:xfrm>
            <a:off x="4376529" y="1951038"/>
            <a:ext cx="3438939" cy="4392804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lide">
  <p:cSld name="14_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6"/>
          <p:cNvPicPr preferRelativeResize="0"/>
          <p:nvPr>
            <p:ph idx="2" type="pic"/>
          </p:nvPr>
        </p:nvPicPr>
        <p:blipFill/>
        <p:spPr>
          <a:xfrm>
            <a:off x="695325" y="1951038"/>
            <a:ext cx="3251195" cy="2069418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lide">
  <p:cSld name="15_Slid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7"/>
          <p:cNvPicPr preferRelativeResize="0"/>
          <p:nvPr>
            <p:ph idx="2" type="pic"/>
          </p:nvPr>
        </p:nvPicPr>
        <p:blipFill/>
        <p:spPr>
          <a:xfrm>
            <a:off x="4522653" y="4319577"/>
            <a:ext cx="3329758" cy="2013228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lide">
  <p:cSld name="16_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8"/>
          <p:cNvPicPr preferRelativeResize="0"/>
          <p:nvPr>
            <p:ph idx="2" type="pic"/>
          </p:nvPr>
        </p:nvPicPr>
        <p:blipFill/>
        <p:spPr>
          <a:xfrm>
            <a:off x="701959" y="1951037"/>
            <a:ext cx="3267680" cy="438176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lide">
  <p:cSld name="17_Slid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9"/>
          <p:cNvPicPr preferRelativeResize="0"/>
          <p:nvPr>
            <p:ph idx="2" type="pic"/>
          </p:nvPr>
        </p:nvPicPr>
        <p:blipFill/>
        <p:spPr>
          <a:xfrm>
            <a:off x="701959" y="1951038"/>
            <a:ext cx="3045678" cy="1821672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lide">
  <p:cSld name="18_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0"/>
          <p:cNvPicPr preferRelativeResize="0"/>
          <p:nvPr>
            <p:ph idx="2" type="pic"/>
          </p:nvPr>
        </p:nvPicPr>
        <p:blipFill/>
        <p:spPr>
          <a:xfrm>
            <a:off x="8597263" y="1951038"/>
            <a:ext cx="2899412" cy="3014922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">
  <p:cSld name="19_Slid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1"/>
          <p:cNvPicPr preferRelativeResize="0"/>
          <p:nvPr>
            <p:ph idx="2" type="pic"/>
          </p:nvPr>
        </p:nvPicPr>
        <p:blipFill/>
        <p:spPr>
          <a:xfrm>
            <a:off x="7852410" y="4660489"/>
            <a:ext cx="3644408" cy="1648236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lide">
  <p:cSld name="20_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22"/>
          <p:cNvPicPr preferRelativeResize="0"/>
          <p:nvPr>
            <p:ph idx="2" type="pic"/>
          </p:nvPr>
        </p:nvPicPr>
        <p:blipFill/>
        <p:spPr>
          <a:xfrm>
            <a:off x="710664" y="1951038"/>
            <a:ext cx="3463479" cy="1895248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lide">
  <p:cSld name="21_Slid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3"/>
          <p:cNvPicPr preferRelativeResize="0"/>
          <p:nvPr>
            <p:ph idx="2" type="pic"/>
          </p:nvPr>
        </p:nvPicPr>
        <p:blipFill/>
        <p:spPr>
          <a:xfrm>
            <a:off x="7716280" y="4413477"/>
            <a:ext cx="3780395" cy="1895248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lide">
  <p:cSld name="22_Slid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24"/>
          <p:cNvPicPr preferRelativeResize="0"/>
          <p:nvPr>
            <p:ph idx="2" type="pic"/>
          </p:nvPr>
        </p:nvPicPr>
        <p:blipFill/>
        <p:spPr>
          <a:xfrm>
            <a:off x="8332694" y="1951038"/>
            <a:ext cx="3163981" cy="435768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Slide">
  <p:cSld name="23_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5"/>
          <p:cNvPicPr preferRelativeResize="0"/>
          <p:nvPr>
            <p:ph idx="2" type="pic"/>
          </p:nvPr>
        </p:nvPicPr>
        <p:blipFill/>
        <p:spPr>
          <a:xfrm>
            <a:off x="695326" y="1951038"/>
            <a:ext cx="4921704" cy="3341019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Slide">
  <p:cSld name="24_Slid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6"/>
          <p:cNvPicPr preferRelativeResize="0"/>
          <p:nvPr>
            <p:ph idx="2" type="pic"/>
          </p:nvPr>
        </p:nvPicPr>
        <p:blipFill/>
        <p:spPr>
          <a:xfrm>
            <a:off x="8012453" y="4223657"/>
            <a:ext cx="3484222" cy="2097867"/>
          </a:xfrm>
          <a:prstGeom prst="roundRect">
            <a:avLst>
              <a:gd fmla="val 9345" name="adj"/>
            </a:avLst>
          </a:prstGeom>
          <a:blipFill rotWithShape="1">
            <a:blip r:embed="rId2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38">
          <p15:clr>
            <a:srgbClr val="F26B43"/>
          </p15:clr>
        </p15:guide>
        <p15:guide id="2" orient="horz" pos="1229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pos="72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27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64" name="Google Shape;64;p27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5" name="Google Shape;65;p27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6" name="Google Shape;66;p27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7" name="Google Shape;67;p27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" name="Google Shape;68;p27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" name="Google Shape;69;p27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" name="Google Shape;70;p27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" name="Google Shape;71;p27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" name="Google Shape;72;p27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" name="Google Shape;73;p27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" name="Google Shape;74;p27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5" name="Google Shape;75;p27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6" name="Google Shape;76;p27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7" name="Google Shape;77;p27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" name="Google Shape;78;p27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" name="Google Shape;79;p27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" name="Google Shape;80;p27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" name="Google Shape;81;p27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" name="Google Shape;82;p27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" name="Google Shape;83;p27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" name="Google Shape;84;p27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5" name="Google Shape;85;p27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6" name="Google Shape;86;p27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7" name="Google Shape;87;p27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8" name="Google Shape;88;p27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" name="Google Shape;91;p27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" name="Google Shape;92;p27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" name="Google Shape;93;p27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" name="Google Shape;94;p27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" name="Google Shape;95;p27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6" name="Google Shape;96;p27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7" name="Google Shape;97;p27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8" name="Google Shape;98;p27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9" name="Google Shape;99;p27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" name="Google Shape;100;p27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" name="Google Shape;101;p27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" name="Google Shape;102;p27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" name="Google Shape;103;p27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" name="Google Shape;104;p27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" name="Google Shape;105;p27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" name="Google Shape;112;p27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" name="Google Shape;113;p27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" name="Google Shape;114;p27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" name="Google Shape;115;p27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6" name="Google Shape;116;p27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7" name="Google Shape;117;p27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" name="Google Shape;121;p27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30" name="Google Shape;130;p27"/>
          <p:cNvSpPr/>
          <p:nvPr/>
        </p:nvSpPr>
        <p:spPr>
          <a:xfrm>
            <a:off x="1916456" y="2437464"/>
            <a:ext cx="2227961" cy="777240"/>
          </a:xfrm>
          <a:custGeom>
            <a:rect b="b" l="l" r="r" t="t"/>
            <a:pathLst>
              <a:path extrusionOk="0" h="777240" w="2227961">
                <a:moveTo>
                  <a:pt x="0" y="0"/>
                </a:moveTo>
                <a:cubicBezTo>
                  <a:pt x="133350" y="28575"/>
                  <a:pt x="672656" y="795211"/>
                  <a:pt x="1123315" y="370840"/>
                </a:cubicBezTo>
                <a:cubicBezTo>
                  <a:pt x="1523270" y="-38354"/>
                  <a:pt x="1849977" y="615220"/>
                  <a:pt x="2227961" y="77724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2562396" y="1816991"/>
            <a:ext cx="70672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Building Smarter Systems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1910833" y="3078163"/>
            <a:ext cx="155608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for a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33" name="Google Shape;133;p27"/>
          <p:cNvGrpSpPr/>
          <p:nvPr/>
        </p:nvGrpSpPr>
        <p:grpSpPr>
          <a:xfrm rot="295329">
            <a:off x="7602997" y="2869444"/>
            <a:ext cx="2426502" cy="931086"/>
            <a:chOff x="-289731" y="2797058"/>
            <a:chExt cx="6257925" cy="2371725"/>
          </a:xfrm>
        </p:grpSpPr>
        <p:sp>
          <p:nvSpPr>
            <p:cNvPr id="134" name="Google Shape;134;p27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36" name="Google Shape;136;p27"/>
          <p:cNvSpPr txBox="1"/>
          <p:nvPr/>
        </p:nvSpPr>
        <p:spPr>
          <a:xfrm rot="295329">
            <a:off x="7869509" y="2982941"/>
            <a:ext cx="20057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World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37" name="Google Shape;137;p27"/>
          <p:cNvSpPr txBox="1"/>
          <p:nvPr/>
        </p:nvSpPr>
        <p:spPr>
          <a:xfrm>
            <a:off x="2856858" y="4696752"/>
            <a:ext cx="6478284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38" name="Google Shape;138;p27"/>
          <p:cNvGrpSpPr/>
          <p:nvPr/>
        </p:nvGrpSpPr>
        <p:grpSpPr>
          <a:xfrm>
            <a:off x="9966654" y="2152127"/>
            <a:ext cx="406400" cy="406400"/>
            <a:chOff x="4876800" y="2209800"/>
            <a:chExt cx="2438400" cy="2438400"/>
          </a:xfrm>
        </p:grpSpPr>
        <p:sp>
          <p:nvSpPr>
            <p:cNvPr id="139" name="Google Shape;139;p27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143" name="Google Shape;143;p27"/>
          <p:cNvGrpSpPr/>
          <p:nvPr/>
        </p:nvGrpSpPr>
        <p:grpSpPr>
          <a:xfrm flipH="1" rot="10637137">
            <a:off x="3526378" y="2873684"/>
            <a:ext cx="3810319" cy="991094"/>
            <a:chOff x="-289731" y="2797058"/>
            <a:chExt cx="6257925" cy="2371725"/>
          </a:xfrm>
        </p:grpSpPr>
        <p:sp>
          <p:nvSpPr>
            <p:cNvPr id="144" name="Google Shape;144;p27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6" name="Google Shape;146;p27"/>
          <p:cNvSpPr txBox="1"/>
          <p:nvPr/>
        </p:nvSpPr>
        <p:spPr>
          <a:xfrm rot="-162863">
            <a:off x="3745801" y="3039981"/>
            <a:ext cx="31777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Connected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1575164" y="2082450"/>
            <a:ext cx="595437" cy="5954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1745513" y="2249453"/>
            <a:ext cx="254738" cy="255046"/>
          </a:xfrm>
          <a:custGeom>
            <a:rect b="b" l="l" r="r" t="t"/>
            <a:pathLst>
              <a:path extrusionOk="0" h="1793701" w="1791540">
                <a:moveTo>
                  <a:pt x="323968" y="715735"/>
                </a:moveTo>
                <a:lnTo>
                  <a:pt x="494275" y="787839"/>
                </a:lnTo>
                <a:cubicBezTo>
                  <a:pt x="495132" y="788220"/>
                  <a:pt x="496180" y="787839"/>
                  <a:pt x="496561" y="786982"/>
                </a:cubicBezTo>
                <a:cubicBezTo>
                  <a:pt x="517230" y="745834"/>
                  <a:pt x="538566" y="706114"/>
                  <a:pt x="560569" y="667824"/>
                </a:cubicBezTo>
                <a:cubicBezTo>
                  <a:pt x="582476" y="629819"/>
                  <a:pt x="606575" y="591814"/>
                  <a:pt x="632768" y="553905"/>
                </a:cubicBezTo>
                <a:cubicBezTo>
                  <a:pt x="633530" y="552857"/>
                  <a:pt x="632959" y="551428"/>
                  <a:pt x="631625" y="551143"/>
                </a:cubicBezTo>
                <a:lnTo>
                  <a:pt x="510086" y="527235"/>
                </a:lnTo>
                <a:cubicBezTo>
                  <a:pt x="509515" y="527140"/>
                  <a:pt x="508943" y="527235"/>
                  <a:pt x="508467" y="527711"/>
                </a:cubicBezTo>
                <a:lnTo>
                  <a:pt x="323301" y="712877"/>
                </a:lnTo>
                <a:cubicBezTo>
                  <a:pt x="322444" y="713734"/>
                  <a:pt x="322730" y="715258"/>
                  <a:pt x="323873" y="715830"/>
                </a:cubicBezTo>
                <a:close/>
                <a:moveTo>
                  <a:pt x="639626" y="900996"/>
                </a:moveTo>
                <a:lnTo>
                  <a:pt x="892706" y="1151884"/>
                </a:lnTo>
                <a:cubicBezTo>
                  <a:pt x="893182" y="1152361"/>
                  <a:pt x="893944" y="1152551"/>
                  <a:pt x="894611" y="1152265"/>
                </a:cubicBezTo>
                <a:cubicBezTo>
                  <a:pt x="956904" y="1128453"/>
                  <a:pt x="1023579" y="1092067"/>
                  <a:pt x="1094636" y="1043204"/>
                </a:cubicBezTo>
                <a:cubicBezTo>
                  <a:pt x="1166168" y="994055"/>
                  <a:pt x="1233224" y="938143"/>
                  <a:pt x="1295708" y="875564"/>
                </a:cubicBezTo>
                <a:cubicBezTo>
                  <a:pt x="1400007" y="771265"/>
                  <a:pt x="1481541" y="655441"/>
                  <a:pt x="1540406" y="528092"/>
                </a:cubicBezTo>
                <a:cubicBezTo>
                  <a:pt x="1598984" y="401314"/>
                  <a:pt x="1624702" y="284538"/>
                  <a:pt x="1617653" y="177763"/>
                </a:cubicBezTo>
                <a:cubicBezTo>
                  <a:pt x="1617653" y="176810"/>
                  <a:pt x="1616891" y="176143"/>
                  <a:pt x="1615939" y="176048"/>
                </a:cubicBezTo>
                <a:cubicBezTo>
                  <a:pt x="1509068" y="169000"/>
                  <a:pt x="1391911" y="194717"/>
                  <a:pt x="1264466" y="253296"/>
                </a:cubicBezTo>
                <a:cubicBezTo>
                  <a:pt x="1136355" y="312160"/>
                  <a:pt x="1020150" y="393694"/>
                  <a:pt x="915851" y="497993"/>
                </a:cubicBezTo>
                <a:cubicBezTo>
                  <a:pt x="853272" y="560572"/>
                  <a:pt x="797456" y="627628"/>
                  <a:pt x="748211" y="699066"/>
                </a:cubicBezTo>
                <a:cubicBezTo>
                  <a:pt x="699348" y="770122"/>
                  <a:pt x="662963" y="836797"/>
                  <a:pt x="639150" y="899091"/>
                </a:cubicBezTo>
                <a:cubicBezTo>
                  <a:pt x="638864" y="899758"/>
                  <a:pt x="639150" y="900520"/>
                  <a:pt x="639531" y="900996"/>
                </a:cubicBezTo>
                <a:close/>
                <a:moveTo>
                  <a:pt x="1036533" y="754882"/>
                </a:moveTo>
                <a:cubicBezTo>
                  <a:pt x="1002243" y="720592"/>
                  <a:pt x="985098" y="678492"/>
                  <a:pt x="985098" y="628676"/>
                </a:cubicBezTo>
                <a:cubicBezTo>
                  <a:pt x="985098" y="578860"/>
                  <a:pt x="1002243" y="536665"/>
                  <a:pt x="1036533" y="502470"/>
                </a:cubicBezTo>
                <a:cubicBezTo>
                  <a:pt x="1070823" y="468180"/>
                  <a:pt x="1113209" y="451035"/>
                  <a:pt x="1163882" y="451035"/>
                </a:cubicBezTo>
                <a:cubicBezTo>
                  <a:pt x="1214555" y="451035"/>
                  <a:pt x="1257037" y="468180"/>
                  <a:pt x="1291232" y="502470"/>
                </a:cubicBezTo>
                <a:cubicBezTo>
                  <a:pt x="1325522" y="536760"/>
                  <a:pt x="1342667" y="578860"/>
                  <a:pt x="1342667" y="628676"/>
                </a:cubicBezTo>
                <a:cubicBezTo>
                  <a:pt x="1342667" y="678492"/>
                  <a:pt x="1325522" y="720688"/>
                  <a:pt x="1291232" y="754882"/>
                </a:cubicBezTo>
                <a:cubicBezTo>
                  <a:pt x="1256942" y="789172"/>
                  <a:pt x="1214555" y="806317"/>
                  <a:pt x="1163882" y="806317"/>
                </a:cubicBezTo>
                <a:cubicBezTo>
                  <a:pt x="1113209" y="806317"/>
                  <a:pt x="1070728" y="789172"/>
                  <a:pt x="1036533" y="754882"/>
                </a:cubicBezTo>
                <a:close/>
                <a:moveTo>
                  <a:pt x="1080920" y="1470305"/>
                </a:moveTo>
                <a:lnTo>
                  <a:pt x="1266086" y="1285139"/>
                </a:lnTo>
                <a:cubicBezTo>
                  <a:pt x="1266086" y="1285139"/>
                  <a:pt x="1266657" y="1284091"/>
                  <a:pt x="1266562" y="1283520"/>
                </a:cubicBezTo>
                <a:lnTo>
                  <a:pt x="1242654" y="1161981"/>
                </a:lnTo>
                <a:cubicBezTo>
                  <a:pt x="1242368" y="1160743"/>
                  <a:pt x="1240940" y="1160171"/>
                  <a:pt x="1239892" y="1160838"/>
                </a:cubicBezTo>
                <a:cubicBezTo>
                  <a:pt x="1201887" y="1187032"/>
                  <a:pt x="1163882" y="1210749"/>
                  <a:pt x="1125973" y="1231894"/>
                </a:cubicBezTo>
                <a:cubicBezTo>
                  <a:pt x="1087682" y="1253230"/>
                  <a:pt x="1047963" y="1274185"/>
                  <a:pt x="1006815" y="1294855"/>
                </a:cubicBezTo>
                <a:cubicBezTo>
                  <a:pt x="1005958" y="1295236"/>
                  <a:pt x="1005577" y="1296283"/>
                  <a:pt x="1005958" y="1297141"/>
                </a:cubicBezTo>
                <a:lnTo>
                  <a:pt x="1078062" y="1469638"/>
                </a:lnTo>
                <a:cubicBezTo>
                  <a:pt x="1078538" y="1470781"/>
                  <a:pt x="1080062" y="1471067"/>
                  <a:pt x="1081015" y="1470210"/>
                </a:cubicBezTo>
                <a:close/>
                <a:moveTo>
                  <a:pt x="1777102" y="12790"/>
                </a:moveTo>
                <a:cubicBezTo>
                  <a:pt x="1777864" y="12885"/>
                  <a:pt x="1778531" y="13552"/>
                  <a:pt x="1778626" y="14314"/>
                </a:cubicBezTo>
                <a:cubicBezTo>
                  <a:pt x="1806629" y="194146"/>
                  <a:pt x="1789103" y="369120"/>
                  <a:pt x="1725953" y="539236"/>
                </a:cubicBezTo>
                <a:cubicBezTo>
                  <a:pt x="1662707" y="709543"/>
                  <a:pt x="1553836" y="872040"/>
                  <a:pt x="1399245" y="1026821"/>
                </a:cubicBezTo>
                <a:cubicBezTo>
                  <a:pt x="1398864" y="1027202"/>
                  <a:pt x="1398674" y="1027869"/>
                  <a:pt x="1398769" y="1028440"/>
                </a:cubicBezTo>
                <a:lnTo>
                  <a:pt x="1443251" y="1248754"/>
                </a:lnTo>
                <a:cubicBezTo>
                  <a:pt x="1449251" y="1278567"/>
                  <a:pt x="1447727" y="1307618"/>
                  <a:pt x="1438774" y="1335907"/>
                </a:cubicBezTo>
                <a:cubicBezTo>
                  <a:pt x="1429820" y="1364197"/>
                  <a:pt x="1414961" y="1388771"/>
                  <a:pt x="1394102" y="1409631"/>
                </a:cubicBezTo>
                <a:lnTo>
                  <a:pt x="1020531" y="1783201"/>
                </a:lnTo>
                <a:cubicBezTo>
                  <a:pt x="1019674" y="1784059"/>
                  <a:pt x="1018150" y="1783773"/>
                  <a:pt x="1017578" y="1782630"/>
                </a:cubicBezTo>
                <a:lnTo>
                  <a:pt x="831079" y="1345147"/>
                </a:lnTo>
                <a:cubicBezTo>
                  <a:pt x="831079" y="1345147"/>
                  <a:pt x="830888" y="1344766"/>
                  <a:pt x="830698" y="1344575"/>
                </a:cubicBezTo>
                <a:lnTo>
                  <a:pt x="449031" y="962908"/>
                </a:lnTo>
                <a:cubicBezTo>
                  <a:pt x="449031" y="962908"/>
                  <a:pt x="448650" y="962623"/>
                  <a:pt x="448460" y="962527"/>
                </a:cubicBezTo>
                <a:lnTo>
                  <a:pt x="11072" y="776028"/>
                </a:lnTo>
                <a:cubicBezTo>
                  <a:pt x="9929" y="775552"/>
                  <a:pt x="9643" y="774028"/>
                  <a:pt x="10500" y="773170"/>
                </a:cubicBezTo>
                <a:lnTo>
                  <a:pt x="381785" y="399600"/>
                </a:lnTo>
                <a:cubicBezTo>
                  <a:pt x="402644" y="378740"/>
                  <a:pt x="427600" y="363881"/>
                  <a:pt x="456651" y="354928"/>
                </a:cubicBezTo>
                <a:cubicBezTo>
                  <a:pt x="485702" y="345974"/>
                  <a:pt x="515135" y="344545"/>
                  <a:pt x="544948" y="350451"/>
                </a:cubicBezTo>
                <a:lnTo>
                  <a:pt x="765261" y="394933"/>
                </a:lnTo>
                <a:cubicBezTo>
                  <a:pt x="765833" y="395028"/>
                  <a:pt x="766404" y="394933"/>
                  <a:pt x="766880" y="394456"/>
                </a:cubicBezTo>
                <a:cubicBezTo>
                  <a:pt x="921566" y="239866"/>
                  <a:pt x="1083777" y="130614"/>
                  <a:pt x="1253322" y="66606"/>
                </a:cubicBezTo>
                <a:cubicBezTo>
                  <a:pt x="1422772" y="2788"/>
                  <a:pt x="1597365" y="-15214"/>
                  <a:pt x="1777102" y="12790"/>
                </a:cubicBezTo>
                <a:close/>
                <a:moveTo>
                  <a:pt x="167282" y="1246563"/>
                </a:moveTo>
                <a:cubicBezTo>
                  <a:pt x="219383" y="1194461"/>
                  <a:pt x="283106" y="1167982"/>
                  <a:pt x="358353" y="1167220"/>
                </a:cubicBezTo>
                <a:cubicBezTo>
                  <a:pt x="433601" y="1166458"/>
                  <a:pt x="497228" y="1192175"/>
                  <a:pt x="549425" y="1244277"/>
                </a:cubicBezTo>
                <a:cubicBezTo>
                  <a:pt x="601526" y="1296379"/>
                  <a:pt x="627244" y="1360101"/>
                  <a:pt x="626482" y="1435348"/>
                </a:cubicBezTo>
                <a:cubicBezTo>
                  <a:pt x="625720" y="1510596"/>
                  <a:pt x="599336" y="1574223"/>
                  <a:pt x="547139" y="1626420"/>
                </a:cubicBezTo>
                <a:cubicBezTo>
                  <a:pt x="509896" y="1663663"/>
                  <a:pt x="447698" y="1695667"/>
                  <a:pt x="360544" y="1722527"/>
                </a:cubicBezTo>
                <a:cubicBezTo>
                  <a:pt x="273866" y="1749197"/>
                  <a:pt x="154328" y="1772914"/>
                  <a:pt x="2023" y="1793679"/>
                </a:cubicBezTo>
                <a:cubicBezTo>
                  <a:pt x="880" y="1793869"/>
                  <a:pt x="-168" y="1792822"/>
                  <a:pt x="23" y="1791679"/>
                </a:cubicBezTo>
                <a:cubicBezTo>
                  <a:pt x="20787" y="1639374"/>
                  <a:pt x="44504" y="1519835"/>
                  <a:pt x="71174" y="1433158"/>
                </a:cubicBezTo>
                <a:cubicBezTo>
                  <a:pt x="98035" y="1346004"/>
                  <a:pt x="130039" y="1283806"/>
                  <a:pt x="167282" y="1246563"/>
                </a:cubicBezTo>
                <a:close/>
                <a:moveTo>
                  <a:pt x="294631" y="1371721"/>
                </a:moveTo>
                <a:cubicBezTo>
                  <a:pt x="279772" y="1386580"/>
                  <a:pt x="264818" y="1413822"/>
                  <a:pt x="249959" y="1453255"/>
                </a:cubicBezTo>
                <a:cubicBezTo>
                  <a:pt x="235385" y="1491927"/>
                  <a:pt x="225098" y="1530979"/>
                  <a:pt x="219002" y="1570318"/>
                </a:cubicBezTo>
                <a:cubicBezTo>
                  <a:pt x="218812" y="1571556"/>
                  <a:pt x="219860" y="1572604"/>
                  <a:pt x="221098" y="1572413"/>
                </a:cubicBezTo>
                <a:cubicBezTo>
                  <a:pt x="260531" y="1566412"/>
                  <a:pt x="299489" y="1556506"/>
                  <a:pt x="338160" y="1542600"/>
                </a:cubicBezTo>
                <a:cubicBezTo>
                  <a:pt x="377594" y="1528408"/>
                  <a:pt x="404835" y="1513930"/>
                  <a:pt x="419694" y="1499071"/>
                </a:cubicBezTo>
                <a:cubicBezTo>
                  <a:pt x="437601" y="1481164"/>
                  <a:pt x="447221" y="1459637"/>
                  <a:pt x="448745" y="1434301"/>
                </a:cubicBezTo>
                <a:cubicBezTo>
                  <a:pt x="450079" y="1411822"/>
                  <a:pt x="443792" y="1392295"/>
                  <a:pt x="429886" y="1375722"/>
                </a:cubicBezTo>
                <a:cubicBezTo>
                  <a:pt x="409693" y="1351528"/>
                  <a:pt x="377498" y="1340098"/>
                  <a:pt x="346352" y="1344956"/>
                </a:cubicBezTo>
                <a:cubicBezTo>
                  <a:pt x="326540" y="1348099"/>
                  <a:pt x="309299" y="1356958"/>
                  <a:pt x="294536" y="137172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5008123" y="5852769"/>
            <a:ext cx="1825742" cy="455956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5261622" y="5934986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Get Started!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6693049" y="5944109"/>
            <a:ext cx="281632" cy="27327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6792128" y="6046048"/>
            <a:ext cx="85136" cy="85652"/>
          </a:xfrm>
          <a:custGeom>
            <a:rect b="b" l="l" r="r" t="t"/>
            <a:pathLst>
              <a:path extrusionOk="0" h="536352" w="533114">
                <a:moveTo>
                  <a:pt x="9239" y="0"/>
                </a:moveTo>
                <a:lnTo>
                  <a:pt x="9239" y="38100"/>
                </a:lnTo>
                <a:lnTo>
                  <a:pt x="468344" y="38100"/>
                </a:lnTo>
                <a:lnTo>
                  <a:pt x="0" y="509588"/>
                </a:lnTo>
                <a:lnTo>
                  <a:pt x="27051" y="536353"/>
                </a:lnTo>
                <a:lnTo>
                  <a:pt x="495014" y="65246"/>
                </a:lnTo>
                <a:lnTo>
                  <a:pt x="495014" y="523875"/>
                </a:lnTo>
                <a:lnTo>
                  <a:pt x="533114" y="523875"/>
                </a:lnTo>
                <a:lnTo>
                  <a:pt x="533114" y="0"/>
                </a:lnTo>
                <a:lnTo>
                  <a:pt x="923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53" name="Google Shape;153;p27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54" name="Google Shape;154;p27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56" name="Google Shape;156;p27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8"/>
          <p:cNvGrpSpPr/>
          <p:nvPr/>
        </p:nvGrpSpPr>
        <p:grpSpPr>
          <a:xfrm>
            <a:off x="433502" y="570866"/>
            <a:ext cx="11087099" cy="5639677"/>
            <a:chOff x="433502" y="570866"/>
            <a:chExt cx="11087099" cy="5639677"/>
          </a:xfrm>
        </p:grpSpPr>
        <p:sp>
          <p:nvSpPr>
            <p:cNvPr id="167" name="Google Shape;167;p28"/>
            <p:cNvSpPr/>
            <p:nvPr/>
          </p:nvSpPr>
          <p:spPr>
            <a:xfrm>
              <a:off x="433502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1535803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2638104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3740405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4842707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5945008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7047309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8149610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9251912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10354213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11456514" y="57086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433502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1535803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2638104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3740405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4842707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5945008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7047309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8149610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9251912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10354213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11456514" y="1685984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433502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1535803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2638104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3740405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4842707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5945008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7047309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8149610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9251912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10354213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11456514" y="2801102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433502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1535803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2638104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3740405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4842707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5945008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7047309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8149610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9251912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10354213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11456514" y="3916220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433502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1535803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2638104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3740405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4842707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5945008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7047309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8149610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9251912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10354213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11456514" y="5031338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433502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1535803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4" name="Google Shape;224;p28"/>
            <p:cNvSpPr/>
            <p:nvPr/>
          </p:nvSpPr>
          <p:spPr>
            <a:xfrm>
              <a:off x="2638104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" name="Google Shape;225;p28"/>
            <p:cNvSpPr/>
            <p:nvPr/>
          </p:nvSpPr>
          <p:spPr>
            <a:xfrm>
              <a:off x="3740405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4842707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5945008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7047309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8149610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9251912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10354213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11456514" y="6146456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3" name="Google Shape;233;p28"/>
          <p:cNvSpPr/>
          <p:nvPr/>
        </p:nvSpPr>
        <p:spPr>
          <a:xfrm>
            <a:off x="3556514" y="3627439"/>
            <a:ext cx="1896491" cy="868680"/>
          </a:xfrm>
          <a:custGeom>
            <a:rect b="b" l="l" r="r" t="t"/>
            <a:pathLst>
              <a:path extrusionOk="0" h="868680" w="1896491">
                <a:moveTo>
                  <a:pt x="0" y="0"/>
                </a:moveTo>
                <a:cubicBezTo>
                  <a:pt x="133350" y="28575"/>
                  <a:pt x="-77914" y="690436"/>
                  <a:pt x="530860" y="717550"/>
                </a:cubicBezTo>
                <a:cubicBezTo>
                  <a:pt x="1073690" y="761746"/>
                  <a:pt x="1518507" y="295180"/>
                  <a:pt x="1896491" y="86868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4" name="Google Shape;234;p28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235" name="Google Shape;235;p28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7" name="Google Shape;237;p28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926186" y="1899382"/>
            <a:ext cx="27170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Executive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44" name="Google Shape;244;p28"/>
          <p:cNvGrpSpPr/>
          <p:nvPr/>
        </p:nvGrpSpPr>
        <p:grpSpPr>
          <a:xfrm flipH="1" rot="-10573186">
            <a:off x="720696" y="2730329"/>
            <a:ext cx="3173422" cy="874372"/>
            <a:chOff x="-289731" y="2797058"/>
            <a:chExt cx="6257925" cy="2371725"/>
          </a:xfrm>
        </p:grpSpPr>
        <p:sp>
          <p:nvSpPr>
            <p:cNvPr id="245" name="Google Shape;245;p28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47" name="Google Shape;247;p28"/>
          <p:cNvSpPr txBox="1"/>
          <p:nvPr/>
        </p:nvSpPr>
        <p:spPr>
          <a:xfrm rot="226814">
            <a:off x="877138" y="2834381"/>
            <a:ext cx="27687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Summary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4502837" y="2626668"/>
            <a:ext cx="3349574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 sociis natoque penatibus et magnis dis.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5093206" y="4150652"/>
            <a:ext cx="535374" cy="5353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3250281" y="5862084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3250281" y="5467221"/>
            <a:ext cx="16017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Gabriel Smith</a:t>
            </a:r>
            <a:endParaRPr sz="1400">
              <a:solidFill>
                <a:schemeClr val="accen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52" name="Google Shape;252;p28"/>
          <p:cNvGrpSpPr/>
          <p:nvPr/>
        </p:nvGrpSpPr>
        <p:grpSpPr>
          <a:xfrm>
            <a:off x="6900272" y="4940099"/>
            <a:ext cx="406400" cy="406400"/>
            <a:chOff x="4876800" y="2209800"/>
            <a:chExt cx="2438400" cy="2438400"/>
          </a:xfrm>
        </p:grpSpPr>
        <p:sp>
          <p:nvSpPr>
            <p:cNvPr id="253" name="Google Shape;253;p28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7" name="Google Shape;257;p28"/>
          <p:cNvSpPr/>
          <p:nvPr/>
        </p:nvSpPr>
        <p:spPr>
          <a:xfrm>
            <a:off x="5213556" y="4300181"/>
            <a:ext cx="294674" cy="236316"/>
          </a:xfrm>
          <a:custGeom>
            <a:rect b="b" l="l" r="r" t="t"/>
            <a:pathLst>
              <a:path extrusionOk="0" h="1137856" w="1418843">
                <a:moveTo>
                  <a:pt x="1029557" y="409004"/>
                </a:moveTo>
                <a:cubicBezTo>
                  <a:pt x="999935" y="409004"/>
                  <a:pt x="974693" y="398621"/>
                  <a:pt x="954024" y="377857"/>
                </a:cubicBezTo>
                <a:cubicBezTo>
                  <a:pt x="933260" y="357092"/>
                  <a:pt x="922877" y="331946"/>
                  <a:pt x="922877" y="302324"/>
                </a:cubicBezTo>
                <a:cubicBezTo>
                  <a:pt x="922877" y="272701"/>
                  <a:pt x="933260" y="247460"/>
                  <a:pt x="954024" y="226790"/>
                </a:cubicBezTo>
                <a:cubicBezTo>
                  <a:pt x="974789" y="206026"/>
                  <a:pt x="999935" y="195644"/>
                  <a:pt x="1029557" y="195644"/>
                </a:cubicBezTo>
                <a:cubicBezTo>
                  <a:pt x="1059180" y="195644"/>
                  <a:pt x="1084421" y="206026"/>
                  <a:pt x="1105091" y="226790"/>
                </a:cubicBezTo>
                <a:cubicBezTo>
                  <a:pt x="1125855" y="247555"/>
                  <a:pt x="1136237" y="272701"/>
                  <a:pt x="1136237" y="302324"/>
                </a:cubicBezTo>
                <a:cubicBezTo>
                  <a:pt x="1136237" y="331946"/>
                  <a:pt x="1125855" y="357188"/>
                  <a:pt x="1105091" y="377857"/>
                </a:cubicBezTo>
                <a:cubicBezTo>
                  <a:pt x="1084326" y="398621"/>
                  <a:pt x="1059180" y="409004"/>
                  <a:pt x="1029557" y="409004"/>
                </a:cubicBezTo>
                <a:close/>
                <a:moveTo>
                  <a:pt x="389477" y="409004"/>
                </a:moveTo>
                <a:cubicBezTo>
                  <a:pt x="359855" y="409004"/>
                  <a:pt x="334613" y="398621"/>
                  <a:pt x="313944" y="377857"/>
                </a:cubicBezTo>
                <a:cubicBezTo>
                  <a:pt x="293180" y="357092"/>
                  <a:pt x="282797" y="331946"/>
                  <a:pt x="282797" y="302324"/>
                </a:cubicBezTo>
                <a:cubicBezTo>
                  <a:pt x="282797" y="272701"/>
                  <a:pt x="293180" y="247460"/>
                  <a:pt x="313944" y="226790"/>
                </a:cubicBezTo>
                <a:cubicBezTo>
                  <a:pt x="334709" y="206026"/>
                  <a:pt x="359855" y="195644"/>
                  <a:pt x="389477" y="195644"/>
                </a:cubicBezTo>
                <a:cubicBezTo>
                  <a:pt x="419100" y="195644"/>
                  <a:pt x="444341" y="206026"/>
                  <a:pt x="465011" y="226790"/>
                </a:cubicBezTo>
                <a:cubicBezTo>
                  <a:pt x="485775" y="247555"/>
                  <a:pt x="496157" y="272701"/>
                  <a:pt x="496157" y="302324"/>
                </a:cubicBezTo>
                <a:cubicBezTo>
                  <a:pt x="496157" y="331946"/>
                  <a:pt x="485775" y="357188"/>
                  <a:pt x="465011" y="377857"/>
                </a:cubicBezTo>
                <a:cubicBezTo>
                  <a:pt x="444246" y="398621"/>
                  <a:pt x="419100" y="409004"/>
                  <a:pt x="389477" y="409004"/>
                </a:cubicBezTo>
                <a:close/>
                <a:moveTo>
                  <a:pt x="709517" y="604552"/>
                </a:moveTo>
                <a:cubicBezTo>
                  <a:pt x="679895" y="604552"/>
                  <a:pt x="654653" y="594170"/>
                  <a:pt x="633984" y="573405"/>
                </a:cubicBezTo>
                <a:cubicBezTo>
                  <a:pt x="613220" y="552641"/>
                  <a:pt x="602837" y="527495"/>
                  <a:pt x="602837" y="497872"/>
                </a:cubicBezTo>
                <a:cubicBezTo>
                  <a:pt x="602837" y="468249"/>
                  <a:pt x="613220" y="443008"/>
                  <a:pt x="633984" y="422339"/>
                </a:cubicBezTo>
                <a:cubicBezTo>
                  <a:pt x="654749" y="401669"/>
                  <a:pt x="679895" y="391192"/>
                  <a:pt x="709517" y="391192"/>
                </a:cubicBezTo>
                <a:cubicBezTo>
                  <a:pt x="739140" y="391192"/>
                  <a:pt x="764381" y="401574"/>
                  <a:pt x="785051" y="422339"/>
                </a:cubicBezTo>
                <a:cubicBezTo>
                  <a:pt x="805815" y="443103"/>
                  <a:pt x="816197" y="468249"/>
                  <a:pt x="816197" y="497872"/>
                </a:cubicBezTo>
                <a:cubicBezTo>
                  <a:pt x="816197" y="527495"/>
                  <a:pt x="805815" y="552736"/>
                  <a:pt x="785051" y="573405"/>
                </a:cubicBezTo>
                <a:cubicBezTo>
                  <a:pt x="764286" y="594170"/>
                  <a:pt x="739140" y="604552"/>
                  <a:pt x="709517" y="604552"/>
                </a:cubicBezTo>
                <a:close/>
                <a:moveTo>
                  <a:pt x="709517" y="213360"/>
                </a:moveTo>
                <a:cubicBezTo>
                  <a:pt x="679895" y="213360"/>
                  <a:pt x="654653" y="202978"/>
                  <a:pt x="633984" y="182213"/>
                </a:cubicBezTo>
                <a:cubicBezTo>
                  <a:pt x="613315" y="161449"/>
                  <a:pt x="602837" y="136303"/>
                  <a:pt x="602837" y="106680"/>
                </a:cubicBezTo>
                <a:cubicBezTo>
                  <a:pt x="602837" y="77057"/>
                  <a:pt x="613220" y="51816"/>
                  <a:pt x="633984" y="31147"/>
                </a:cubicBezTo>
                <a:cubicBezTo>
                  <a:pt x="654749" y="10478"/>
                  <a:pt x="679895" y="0"/>
                  <a:pt x="709517" y="0"/>
                </a:cubicBezTo>
                <a:cubicBezTo>
                  <a:pt x="739140" y="0"/>
                  <a:pt x="764381" y="10382"/>
                  <a:pt x="785051" y="31147"/>
                </a:cubicBezTo>
                <a:cubicBezTo>
                  <a:pt x="805815" y="51911"/>
                  <a:pt x="816197" y="77057"/>
                  <a:pt x="816197" y="106680"/>
                </a:cubicBezTo>
                <a:cubicBezTo>
                  <a:pt x="816197" y="136303"/>
                  <a:pt x="805815" y="161544"/>
                  <a:pt x="785051" y="182213"/>
                </a:cubicBezTo>
                <a:cubicBezTo>
                  <a:pt x="764286" y="202978"/>
                  <a:pt x="739140" y="213360"/>
                  <a:pt x="709517" y="213360"/>
                </a:cubicBezTo>
                <a:close/>
                <a:moveTo>
                  <a:pt x="709517" y="1137857"/>
                </a:moveTo>
                <a:cubicBezTo>
                  <a:pt x="685800" y="1137857"/>
                  <a:pt x="661797" y="1136047"/>
                  <a:pt x="637508" y="1132523"/>
                </a:cubicBezTo>
                <a:cubicBezTo>
                  <a:pt x="613220" y="1128998"/>
                  <a:pt x="589788" y="1124236"/>
                  <a:pt x="567309" y="1118330"/>
                </a:cubicBezTo>
                <a:lnTo>
                  <a:pt x="567309" y="864108"/>
                </a:lnTo>
                <a:cubicBezTo>
                  <a:pt x="567309" y="822579"/>
                  <a:pt x="581216" y="786765"/>
                  <a:pt x="609124" y="756571"/>
                </a:cubicBezTo>
                <a:cubicBezTo>
                  <a:pt x="636937" y="726377"/>
                  <a:pt x="670465" y="711232"/>
                  <a:pt x="709613" y="711232"/>
                </a:cubicBezTo>
                <a:cubicBezTo>
                  <a:pt x="748760" y="711232"/>
                  <a:pt x="782193" y="726377"/>
                  <a:pt x="810101" y="756571"/>
                </a:cubicBezTo>
                <a:cubicBezTo>
                  <a:pt x="837914" y="786765"/>
                  <a:pt x="851916" y="822674"/>
                  <a:pt x="851916" y="864108"/>
                </a:cubicBezTo>
                <a:lnTo>
                  <a:pt x="851916" y="1118330"/>
                </a:lnTo>
                <a:cubicBezTo>
                  <a:pt x="829437" y="1124236"/>
                  <a:pt x="806006" y="1128998"/>
                  <a:pt x="781717" y="1132523"/>
                </a:cubicBezTo>
                <a:cubicBezTo>
                  <a:pt x="757428" y="1136047"/>
                  <a:pt x="733425" y="1137857"/>
                  <a:pt x="709708" y="1137857"/>
                </a:cubicBezTo>
                <a:close/>
                <a:moveTo>
                  <a:pt x="460629" y="1080992"/>
                </a:moveTo>
                <a:cubicBezTo>
                  <a:pt x="436912" y="1071467"/>
                  <a:pt x="414147" y="1060799"/>
                  <a:pt x="392144" y="1048988"/>
                </a:cubicBezTo>
                <a:cubicBezTo>
                  <a:pt x="370237" y="1037177"/>
                  <a:pt x="349187" y="1024128"/>
                  <a:pt x="328994" y="1009841"/>
                </a:cubicBezTo>
                <a:cubicBezTo>
                  <a:pt x="295847" y="986123"/>
                  <a:pt x="269462" y="955358"/>
                  <a:pt x="249841" y="917353"/>
                </a:cubicBezTo>
                <a:cubicBezTo>
                  <a:pt x="230315" y="879443"/>
                  <a:pt x="220504" y="839152"/>
                  <a:pt x="220504" y="796481"/>
                </a:cubicBezTo>
                <a:cubicBezTo>
                  <a:pt x="220504" y="765620"/>
                  <a:pt x="217265" y="736949"/>
                  <a:pt x="210693" y="710279"/>
                </a:cubicBezTo>
                <a:cubicBezTo>
                  <a:pt x="204216" y="683609"/>
                  <a:pt x="192595" y="658463"/>
                  <a:pt x="176022" y="634746"/>
                </a:cubicBezTo>
                <a:cubicBezTo>
                  <a:pt x="164211" y="619316"/>
                  <a:pt x="141923" y="595884"/>
                  <a:pt x="109347" y="564547"/>
                </a:cubicBezTo>
                <a:cubicBezTo>
                  <a:pt x="76772" y="533114"/>
                  <a:pt x="46863" y="503777"/>
                  <a:pt x="19526" y="476536"/>
                </a:cubicBezTo>
                <a:cubicBezTo>
                  <a:pt x="6477" y="463487"/>
                  <a:pt x="0" y="446913"/>
                  <a:pt x="0" y="426720"/>
                </a:cubicBezTo>
                <a:cubicBezTo>
                  <a:pt x="0" y="406527"/>
                  <a:pt x="6477" y="389954"/>
                  <a:pt x="19526" y="376904"/>
                </a:cubicBezTo>
                <a:cubicBezTo>
                  <a:pt x="32576" y="363855"/>
                  <a:pt x="49149" y="357378"/>
                  <a:pt x="69342" y="357378"/>
                </a:cubicBezTo>
                <a:cubicBezTo>
                  <a:pt x="89535" y="357378"/>
                  <a:pt x="106109" y="363855"/>
                  <a:pt x="119158" y="376904"/>
                </a:cubicBezTo>
                <a:lnTo>
                  <a:pt x="391192" y="634746"/>
                </a:lnTo>
                <a:cubicBezTo>
                  <a:pt x="414909" y="656082"/>
                  <a:pt x="432340" y="681228"/>
                  <a:pt x="443675" y="710279"/>
                </a:cubicBezTo>
                <a:cubicBezTo>
                  <a:pt x="454914" y="739331"/>
                  <a:pt x="460534" y="769239"/>
                  <a:pt x="460534" y="800100"/>
                </a:cubicBezTo>
                <a:lnTo>
                  <a:pt x="460534" y="1080992"/>
                </a:lnTo>
                <a:close/>
                <a:moveTo>
                  <a:pt x="958406" y="1080992"/>
                </a:moveTo>
                <a:lnTo>
                  <a:pt x="958406" y="800100"/>
                </a:lnTo>
                <a:cubicBezTo>
                  <a:pt x="958406" y="769239"/>
                  <a:pt x="964311" y="739045"/>
                  <a:pt x="976217" y="709422"/>
                </a:cubicBezTo>
                <a:cubicBezTo>
                  <a:pt x="988124" y="679799"/>
                  <a:pt x="1005269" y="654939"/>
                  <a:pt x="1027748" y="634746"/>
                </a:cubicBezTo>
                <a:lnTo>
                  <a:pt x="1299782" y="376904"/>
                </a:lnTo>
                <a:cubicBezTo>
                  <a:pt x="1313974" y="363855"/>
                  <a:pt x="1330928" y="357378"/>
                  <a:pt x="1350455" y="357378"/>
                </a:cubicBezTo>
                <a:cubicBezTo>
                  <a:pt x="1369981" y="357378"/>
                  <a:pt x="1386269" y="363855"/>
                  <a:pt x="1399318" y="376904"/>
                </a:cubicBezTo>
                <a:cubicBezTo>
                  <a:pt x="1412367" y="389954"/>
                  <a:pt x="1418844" y="406527"/>
                  <a:pt x="1418844" y="426720"/>
                </a:cubicBezTo>
                <a:cubicBezTo>
                  <a:pt x="1418844" y="446913"/>
                  <a:pt x="1412367" y="463487"/>
                  <a:pt x="1399318" y="476536"/>
                </a:cubicBezTo>
                <a:cubicBezTo>
                  <a:pt x="1372076" y="503777"/>
                  <a:pt x="1342168" y="532829"/>
                  <a:pt x="1309497" y="563690"/>
                </a:cubicBezTo>
                <a:cubicBezTo>
                  <a:pt x="1276922" y="594551"/>
                  <a:pt x="1254633" y="618173"/>
                  <a:pt x="1242822" y="634841"/>
                </a:cubicBezTo>
                <a:cubicBezTo>
                  <a:pt x="1226249" y="658559"/>
                  <a:pt x="1214628" y="683704"/>
                  <a:pt x="1208151" y="710375"/>
                </a:cubicBezTo>
                <a:cubicBezTo>
                  <a:pt x="1201674" y="737045"/>
                  <a:pt x="1198340" y="765810"/>
                  <a:pt x="1198340" y="796576"/>
                </a:cubicBezTo>
                <a:cubicBezTo>
                  <a:pt x="1198340" y="839248"/>
                  <a:pt x="1188530" y="879824"/>
                  <a:pt x="1169003" y="918401"/>
                </a:cubicBezTo>
                <a:cubicBezTo>
                  <a:pt x="1149477" y="956977"/>
                  <a:pt x="1122521" y="988028"/>
                  <a:pt x="1088136" y="1011746"/>
                </a:cubicBezTo>
                <a:cubicBezTo>
                  <a:pt x="1069181" y="1024795"/>
                  <a:pt x="1048703" y="1037273"/>
                  <a:pt x="1026795" y="1049084"/>
                </a:cubicBezTo>
                <a:cubicBezTo>
                  <a:pt x="1004888" y="1060895"/>
                  <a:pt x="982027" y="1071563"/>
                  <a:pt x="958310" y="108108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58" name="Google Shape;258;p28"/>
          <p:cNvPicPr preferRelativeResize="0"/>
          <p:nvPr>
            <p:ph idx="2" type="pic"/>
          </p:nvPr>
        </p:nvPicPr>
        <p:blipFill/>
        <p:spPr>
          <a:xfrm>
            <a:off x="695325" y="4662488"/>
            <a:ext cx="2228850" cy="164623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259" name="Google Shape;259;p28"/>
          <p:cNvPicPr preferRelativeResize="0"/>
          <p:nvPr>
            <p:ph idx="3" type="pic"/>
          </p:nvPr>
        </p:nvPicPr>
        <p:blipFill/>
        <p:spPr>
          <a:xfrm>
            <a:off x="8548740" y="1951038"/>
            <a:ext cx="2971861" cy="4357687"/>
          </a:xfrm>
          <a:prstGeom prst="roundRect">
            <a:avLst>
              <a:gd fmla="val 9132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9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265" name="Google Shape;265;p29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2" name="Google Shape;292;p29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99" name="Google Shape;299;p29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5" name="Google Shape;305;p29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6" name="Google Shape;306;p29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7" name="Google Shape;307;p29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3" name="Google Shape;313;p29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7" name="Google Shape;317;p29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8" name="Google Shape;318;p29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19" name="Google Shape;319;p29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29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2" name="Google Shape;322;p29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3" name="Google Shape;323;p29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31" name="Google Shape;331;p29"/>
          <p:cNvSpPr/>
          <p:nvPr/>
        </p:nvSpPr>
        <p:spPr>
          <a:xfrm>
            <a:off x="3440457" y="2753935"/>
            <a:ext cx="3018536" cy="995260"/>
          </a:xfrm>
          <a:custGeom>
            <a:rect b="b" l="l" r="r" t="t"/>
            <a:pathLst>
              <a:path extrusionOk="0" h="995260" w="3018536">
                <a:moveTo>
                  <a:pt x="0" y="74056"/>
                </a:moveTo>
                <a:cubicBezTo>
                  <a:pt x="333375" y="-230744"/>
                  <a:pt x="1294956" y="488267"/>
                  <a:pt x="1647190" y="730646"/>
                </a:cubicBezTo>
                <a:cubicBezTo>
                  <a:pt x="2505139" y="1305702"/>
                  <a:pt x="2526252" y="813101"/>
                  <a:pt x="3018536" y="479821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332" name="Google Shape;332;p29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333" name="Google Shape;333;p29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35" name="Google Shape;335;p29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578575" y="1816991"/>
            <a:ext cx="24607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Problem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342" name="Google Shape;342;p29"/>
          <p:cNvGrpSpPr/>
          <p:nvPr/>
        </p:nvGrpSpPr>
        <p:grpSpPr>
          <a:xfrm flipH="1" rot="10637137">
            <a:off x="714111" y="2572280"/>
            <a:ext cx="3419316" cy="874372"/>
            <a:chOff x="-289731" y="2797058"/>
            <a:chExt cx="6257925" cy="2371725"/>
          </a:xfrm>
        </p:grpSpPr>
        <p:sp>
          <p:nvSpPr>
            <p:cNvPr id="343" name="Google Shape;343;p29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45" name="Google Shape;345;p29"/>
          <p:cNvSpPr txBox="1"/>
          <p:nvPr/>
        </p:nvSpPr>
        <p:spPr>
          <a:xfrm rot="-162863">
            <a:off x="799093" y="2676332"/>
            <a:ext cx="315755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Statement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8756157" y="2289982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7" name="Google Shape;347;p29"/>
          <p:cNvSpPr txBox="1"/>
          <p:nvPr/>
        </p:nvSpPr>
        <p:spPr>
          <a:xfrm>
            <a:off x="8756157" y="1895119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Problem 01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8756157" y="5831481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9" name="Google Shape;349;p29"/>
          <p:cNvSpPr txBox="1"/>
          <p:nvPr/>
        </p:nvSpPr>
        <p:spPr>
          <a:xfrm>
            <a:off x="8756157" y="5436618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Problem 03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8756157" y="4069655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8756157" y="3674792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Problem 02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584893" y="4141491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695325" y="5852769"/>
            <a:ext cx="1825742" cy="455956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948824" y="5934986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Next Slide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2380251" y="5944109"/>
            <a:ext cx="281632" cy="27327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2479330" y="6046048"/>
            <a:ext cx="85136" cy="85652"/>
          </a:xfrm>
          <a:custGeom>
            <a:rect b="b" l="l" r="r" t="t"/>
            <a:pathLst>
              <a:path extrusionOk="0" h="536352" w="533114">
                <a:moveTo>
                  <a:pt x="9239" y="0"/>
                </a:moveTo>
                <a:lnTo>
                  <a:pt x="9239" y="38100"/>
                </a:lnTo>
                <a:lnTo>
                  <a:pt x="468344" y="38100"/>
                </a:lnTo>
                <a:lnTo>
                  <a:pt x="0" y="509588"/>
                </a:lnTo>
                <a:lnTo>
                  <a:pt x="27051" y="536353"/>
                </a:lnTo>
                <a:lnTo>
                  <a:pt x="495014" y="65246"/>
                </a:lnTo>
                <a:lnTo>
                  <a:pt x="495014" y="523875"/>
                </a:lnTo>
                <a:lnTo>
                  <a:pt x="533114" y="523875"/>
                </a:lnTo>
                <a:lnTo>
                  <a:pt x="533114" y="0"/>
                </a:lnTo>
                <a:lnTo>
                  <a:pt x="923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357" name="Google Shape;357;p29"/>
          <p:cNvGrpSpPr/>
          <p:nvPr/>
        </p:nvGrpSpPr>
        <p:grpSpPr>
          <a:xfrm>
            <a:off x="6378575" y="1942896"/>
            <a:ext cx="1362075" cy="1221290"/>
            <a:chOff x="3805237" y="1314450"/>
            <a:chExt cx="4581525" cy="4229100"/>
          </a:xfrm>
        </p:grpSpPr>
        <p:sp>
          <p:nvSpPr>
            <p:cNvPr id="358" name="Google Shape;358;p29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60" name="Google Shape;360;p29"/>
          <p:cNvSpPr txBox="1"/>
          <p:nvPr/>
        </p:nvSpPr>
        <p:spPr>
          <a:xfrm>
            <a:off x="6591130" y="2512463"/>
            <a:ext cx="776940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Efficiency Gain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6584754" y="2048359"/>
            <a:ext cx="963894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50%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6220136" y="2980473"/>
            <a:ext cx="379466" cy="3794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6325080" y="3088779"/>
            <a:ext cx="162864" cy="162854"/>
          </a:xfrm>
          <a:custGeom>
            <a:rect b="b" l="l" r="r" t="t"/>
            <a:pathLst>
              <a:path extrusionOk="0" h="1381315" w="1381410">
                <a:moveTo>
                  <a:pt x="552545" y="966883"/>
                </a:moveTo>
                <a:cubicBezTo>
                  <a:pt x="667607" y="966883"/>
                  <a:pt x="765524" y="926592"/>
                  <a:pt x="846106" y="846011"/>
                </a:cubicBezTo>
                <a:cubicBezTo>
                  <a:pt x="926687" y="765429"/>
                  <a:pt x="966978" y="667607"/>
                  <a:pt x="966978" y="552450"/>
                </a:cubicBezTo>
                <a:cubicBezTo>
                  <a:pt x="966978" y="437293"/>
                  <a:pt x="926687" y="339471"/>
                  <a:pt x="846106" y="258890"/>
                </a:cubicBezTo>
                <a:cubicBezTo>
                  <a:pt x="765524" y="178308"/>
                  <a:pt x="667703" y="138017"/>
                  <a:pt x="552545" y="138017"/>
                </a:cubicBezTo>
                <a:cubicBezTo>
                  <a:pt x="437388" y="138017"/>
                  <a:pt x="339566" y="178308"/>
                  <a:pt x="258985" y="258890"/>
                </a:cubicBezTo>
                <a:cubicBezTo>
                  <a:pt x="178403" y="339471"/>
                  <a:pt x="138113" y="437293"/>
                  <a:pt x="138113" y="552450"/>
                </a:cubicBezTo>
                <a:cubicBezTo>
                  <a:pt x="138113" y="667607"/>
                  <a:pt x="178403" y="765429"/>
                  <a:pt x="258985" y="846011"/>
                </a:cubicBezTo>
                <a:cubicBezTo>
                  <a:pt x="339566" y="926592"/>
                  <a:pt x="437388" y="966883"/>
                  <a:pt x="552545" y="966883"/>
                </a:cubicBezTo>
                <a:close/>
                <a:moveTo>
                  <a:pt x="483489" y="759714"/>
                </a:moveTo>
                <a:lnTo>
                  <a:pt x="483489" y="276225"/>
                </a:lnTo>
                <a:lnTo>
                  <a:pt x="621602" y="276225"/>
                </a:lnTo>
                <a:lnTo>
                  <a:pt x="621602" y="759714"/>
                </a:lnTo>
                <a:lnTo>
                  <a:pt x="483489" y="759714"/>
                </a:lnTo>
                <a:close/>
                <a:moveTo>
                  <a:pt x="241744" y="759714"/>
                </a:moveTo>
                <a:lnTo>
                  <a:pt x="241744" y="414433"/>
                </a:lnTo>
                <a:lnTo>
                  <a:pt x="379857" y="414433"/>
                </a:lnTo>
                <a:lnTo>
                  <a:pt x="379857" y="759714"/>
                </a:lnTo>
                <a:lnTo>
                  <a:pt x="241744" y="759714"/>
                </a:lnTo>
                <a:close/>
                <a:moveTo>
                  <a:pt x="725234" y="759714"/>
                </a:moveTo>
                <a:lnTo>
                  <a:pt x="725234" y="483489"/>
                </a:lnTo>
                <a:lnTo>
                  <a:pt x="863346" y="483489"/>
                </a:lnTo>
                <a:lnTo>
                  <a:pt x="863346" y="759714"/>
                </a:lnTo>
                <a:lnTo>
                  <a:pt x="725234" y="759714"/>
                </a:lnTo>
                <a:close/>
                <a:moveTo>
                  <a:pt x="1284637" y="1381316"/>
                </a:moveTo>
                <a:lnTo>
                  <a:pt x="892683" y="989362"/>
                </a:lnTo>
                <a:cubicBezTo>
                  <a:pt x="845534" y="1026224"/>
                  <a:pt x="793147" y="1054703"/>
                  <a:pt x="735521" y="1074801"/>
                </a:cubicBezTo>
                <a:cubicBezTo>
                  <a:pt x="677990" y="1094899"/>
                  <a:pt x="616934" y="1104995"/>
                  <a:pt x="552545" y="1104995"/>
                </a:cubicBezTo>
                <a:cubicBezTo>
                  <a:pt x="398336" y="1104995"/>
                  <a:pt x="267653" y="1051465"/>
                  <a:pt x="160592" y="944404"/>
                </a:cubicBezTo>
                <a:cubicBezTo>
                  <a:pt x="53531" y="837438"/>
                  <a:pt x="0" y="706755"/>
                  <a:pt x="0" y="552545"/>
                </a:cubicBezTo>
                <a:cubicBezTo>
                  <a:pt x="0" y="398336"/>
                  <a:pt x="53531" y="267653"/>
                  <a:pt x="160592" y="160592"/>
                </a:cubicBezTo>
                <a:cubicBezTo>
                  <a:pt x="267653" y="53531"/>
                  <a:pt x="398240" y="0"/>
                  <a:pt x="552545" y="0"/>
                </a:cubicBezTo>
                <a:cubicBezTo>
                  <a:pt x="706850" y="0"/>
                  <a:pt x="837438" y="53531"/>
                  <a:pt x="944499" y="160592"/>
                </a:cubicBezTo>
                <a:cubicBezTo>
                  <a:pt x="1051560" y="267653"/>
                  <a:pt x="1105091" y="398240"/>
                  <a:pt x="1105091" y="552545"/>
                </a:cubicBezTo>
                <a:cubicBezTo>
                  <a:pt x="1105091" y="617030"/>
                  <a:pt x="1094994" y="677990"/>
                  <a:pt x="1074896" y="735521"/>
                </a:cubicBezTo>
                <a:cubicBezTo>
                  <a:pt x="1054799" y="793052"/>
                  <a:pt x="1026224" y="845439"/>
                  <a:pt x="989457" y="892683"/>
                </a:cubicBezTo>
                <a:lnTo>
                  <a:pt x="1381411" y="1284637"/>
                </a:lnTo>
                <a:lnTo>
                  <a:pt x="1284732" y="138131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64" name="Google Shape;364;p29"/>
          <p:cNvPicPr preferRelativeResize="0"/>
          <p:nvPr>
            <p:ph idx="2" type="pic"/>
          </p:nvPr>
        </p:nvPicPr>
        <p:blipFill/>
        <p:spPr>
          <a:xfrm>
            <a:off x="4152900" y="4201941"/>
            <a:ext cx="3755514" cy="2106784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30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370" name="Google Shape;370;p30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436" name="Google Shape;436;p30"/>
          <p:cNvSpPr/>
          <p:nvPr/>
        </p:nvSpPr>
        <p:spPr>
          <a:xfrm>
            <a:off x="7194675" y="2866556"/>
            <a:ext cx="2828036" cy="929380"/>
          </a:xfrm>
          <a:custGeom>
            <a:rect b="b" l="l" r="r" t="t"/>
            <a:pathLst>
              <a:path extrusionOk="0" h="929380" w="2828036">
                <a:moveTo>
                  <a:pt x="0" y="95638"/>
                </a:moveTo>
                <a:cubicBezTo>
                  <a:pt x="333375" y="-209162"/>
                  <a:pt x="999681" y="290774"/>
                  <a:pt x="1351915" y="533153"/>
                </a:cubicBezTo>
                <a:cubicBezTo>
                  <a:pt x="2209864" y="1108209"/>
                  <a:pt x="2335752" y="977558"/>
                  <a:pt x="2828036" y="64427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437" name="Google Shape;437;p30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438" name="Google Shape;438;p30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39" name="Google Shape;439;p30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440" name="Google Shape;440;p30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441" name="Google Shape;441;p30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442" name="Google Shape;442;p30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45" name="Google Shape;445;p30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46" name="Google Shape;446;p30"/>
          <p:cNvSpPr txBox="1"/>
          <p:nvPr/>
        </p:nvSpPr>
        <p:spPr>
          <a:xfrm>
            <a:off x="4486098" y="1816992"/>
            <a:ext cx="24607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Solution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447" name="Google Shape;447;p30"/>
          <p:cNvGrpSpPr/>
          <p:nvPr/>
        </p:nvGrpSpPr>
        <p:grpSpPr>
          <a:xfrm rot="-10637137">
            <a:off x="4152554" y="2667351"/>
            <a:ext cx="3251336" cy="874372"/>
            <a:chOff x="-289731" y="2797058"/>
            <a:chExt cx="6257925" cy="2371725"/>
          </a:xfrm>
        </p:grpSpPr>
        <p:sp>
          <p:nvSpPr>
            <p:cNvPr id="448" name="Google Shape;448;p30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450" name="Google Shape;450;p30"/>
          <p:cNvSpPr txBox="1"/>
          <p:nvPr/>
        </p:nvSpPr>
        <p:spPr>
          <a:xfrm flipH="1" rot="162863">
            <a:off x="4419636" y="2771403"/>
            <a:ext cx="283304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Overview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451" name="Google Shape;451;p30"/>
          <p:cNvSpPr txBox="1"/>
          <p:nvPr/>
        </p:nvSpPr>
        <p:spPr>
          <a:xfrm>
            <a:off x="602757" y="2289982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602757" y="1895119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Solution 01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453" name="Google Shape;453;p30"/>
          <p:cNvSpPr txBox="1"/>
          <p:nvPr/>
        </p:nvSpPr>
        <p:spPr>
          <a:xfrm>
            <a:off x="602757" y="5831481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4" name="Google Shape;454;p30"/>
          <p:cNvSpPr txBox="1"/>
          <p:nvPr/>
        </p:nvSpPr>
        <p:spPr>
          <a:xfrm>
            <a:off x="602757" y="5436618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Solution 03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455" name="Google Shape;455;p30"/>
          <p:cNvSpPr txBox="1"/>
          <p:nvPr/>
        </p:nvSpPr>
        <p:spPr>
          <a:xfrm>
            <a:off x="602757" y="4069655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602757" y="3674792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Solution 02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457" name="Google Shape;457;p30"/>
          <p:cNvGrpSpPr/>
          <p:nvPr/>
        </p:nvGrpSpPr>
        <p:grpSpPr>
          <a:xfrm>
            <a:off x="10049421" y="2200284"/>
            <a:ext cx="1457832" cy="1345691"/>
            <a:chOff x="3805237" y="1314450"/>
            <a:chExt cx="4581525" cy="4229100"/>
          </a:xfrm>
        </p:grpSpPr>
        <p:sp>
          <p:nvSpPr>
            <p:cNvPr id="458" name="Google Shape;458;p30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460" name="Google Shape;460;p30"/>
          <p:cNvSpPr txBox="1"/>
          <p:nvPr/>
        </p:nvSpPr>
        <p:spPr>
          <a:xfrm>
            <a:off x="10281025" y="2832052"/>
            <a:ext cx="1207941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Accuracy Performance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10274649" y="2367948"/>
            <a:ext cx="10767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95%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9890982" y="3300062"/>
            <a:ext cx="379466" cy="3794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3" name="Google Shape;463;p30"/>
          <p:cNvSpPr txBox="1"/>
          <p:nvPr/>
        </p:nvSpPr>
        <p:spPr>
          <a:xfrm>
            <a:off x="8137968" y="4454590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9987931" y="3435628"/>
            <a:ext cx="185568" cy="96826"/>
          </a:xfrm>
          <a:custGeom>
            <a:rect b="b" l="l" r="r" t="t"/>
            <a:pathLst>
              <a:path extrusionOk="0" h="720852" w="1381505">
                <a:moveTo>
                  <a:pt x="360426" y="480536"/>
                </a:moveTo>
                <a:cubicBezTo>
                  <a:pt x="327374" y="480536"/>
                  <a:pt x="299085" y="468821"/>
                  <a:pt x="275558" y="445294"/>
                </a:cubicBezTo>
                <a:cubicBezTo>
                  <a:pt x="252031" y="421767"/>
                  <a:pt x="240316" y="393478"/>
                  <a:pt x="240316" y="360426"/>
                </a:cubicBezTo>
                <a:cubicBezTo>
                  <a:pt x="240316" y="327374"/>
                  <a:pt x="252031" y="299085"/>
                  <a:pt x="275558" y="275558"/>
                </a:cubicBezTo>
                <a:cubicBezTo>
                  <a:pt x="299085" y="252031"/>
                  <a:pt x="327374" y="240316"/>
                  <a:pt x="360426" y="240316"/>
                </a:cubicBezTo>
                <a:cubicBezTo>
                  <a:pt x="393478" y="240316"/>
                  <a:pt x="421767" y="252031"/>
                  <a:pt x="445294" y="275558"/>
                </a:cubicBezTo>
                <a:cubicBezTo>
                  <a:pt x="468821" y="299085"/>
                  <a:pt x="480536" y="327374"/>
                  <a:pt x="480536" y="360426"/>
                </a:cubicBezTo>
                <a:cubicBezTo>
                  <a:pt x="480536" y="393478"/>
                  <a:pt x="468821" y="421767"/>
                  <a:pt x="445294" y="445294"/>
                </a:cubicBezTo>
                <a:cubicBezTo>
                  <a:pt x="421767" y="468821"/>
                  <a:pt x="393478" y="480536"/>
                  <a:pt x="360426" y="480536"/>
                </a:cubicBezTo>
                <a:close/>
                <a:moveTo>
                  <a:pt x="360426" y="720757"/>
                </a:moveTo>
                <a:cubicBezTo>
                  <a:pt x="260318" y="720757"/>
                  <a:pt x="175260" y="685705"/>
                  <a:pt x="105156" y="615601"/>
                </a:cubicBezTo>
                <a:cubicBezTo>
                  <a:pt x="35052" y="545592"/>
                  <a:pt x="0" y="460534"/>
                  <a:pt x="0" y="360426"/>
                </a:cubicBezTo>
                <a:cubicBezTo>
                  <a:pt x="0" y="260318"/>
                  <a:pt x="35052" y="175165"/>
                  <a:pt x="105156" y="105156"/>
                </a:cubicBezTo>
                <a:cubicBezTo>
                  <a:pt x="175165" y="35052"/>
                  <a:pt x="260318" y="0"/>
                  <a:pt x="360426" y="0"/>
                </a:cubicBezTo>
                <a:cubicBezTo>
                  <a:pt x="427482" y="0"/>
                  <a:pt x="488347" y="16478"/>
                  <a:pt x="542830" y="49530"/>
                </a:cubicBezTo>
                <a:cubicBezTo>
                  <a:pt x="597408" y="82582"/>
                  <a:pt x="640652" y="126111"/>
                  <a:pt x="672751" y="180213"/>
                </a:cubicBezTo>
                <a:lnTo>
                  <a:pt x="1201293" y="180213"/>
                </a:lnTo>
                <a:lnTo>
                  <a:pt x="1381506" y="360426"/>
                </a:lnTo>
                <a:lnTo>
                  <a:pt x="1111187" y="630746"/>
                </a:lnTo>
                <a:lnTo>
                  <a:pt x="991076" y="540639"/>
                </a:lnTo>
                <a:lnTo>
                  <a:pt x="870966" y="630746"/>
                </a:lnTo>
                <a:lnTo>
                  <a:pt x="743331" y="540639"/>
                </a:lnTo>
                <a:lnTo>
                  <a:pt x="672751" y="540639"/>
                </a:lnTo>
                <a:cubicBezTo>
                  <a:pt x="640747" y="594741"/>
                  <a:pt x="597408" y="638270"/>
                  <a:pt x="542830" y="671322"/>
                </a:cubicBezTo>
                <a:cubicBezTo>
                  <a:pt x="488251" y="704374"/>
                  <a:pt x="427482" y="720852"/>
                  <a:pt x="360426" y="720852"/>
                </a:cubicBezTo>
                <a:close/>
                <a:moveTo>
                  <a:pt x="360426" y="600647"/>
                </a:moveTo>
                <a:cubicBezTo>
                  <a:pt x="416528" y="600647"/>
                  <a:pt x="465773" y="583597"/>
                  <a:pt x="508349" y="549593"/>
                </a:cubicBezTo>
                <a:cubicBezTo>
                  <a:pt x="550926" y="515588"/>
                  <a:pt x="579215" y="472535"/>
                  <a:pt x="593217" y="420434"/>
                </a:cubicBezTo>
                <a:lnTo>
                  <a:pt x="780955" y="420434"/>
                </a:lnTo>
                <a:lnTo>
                  <a:pt x="868013" y="481965"/>
                </a:lnTo>
                <a:lnTo>
                  <a:pt x="991172" y="390335"/>
                </a:lnTo>
                <a:lnTo>
                  <a:pt x="1097756" y="472916"/>
                </a:lnTo>
                <a:lnTo>
                  <a:pt x="1210342" y="360331"/>
                </a:lnTo>
                <a:lnTo>
                  <a:pt x="1150239" y="300228"/>
                </a:lnTo>
                <a:lnTo>
                  <a:pt x="593122" y="300228"/>
                </a:lnTo>
                <a:cubicBezTo>
                  <a:pt x="579120" y="248126"/>
                  <a:pt x="550831" y="205169"/>
                  <a:pt x="508254" y="171069"/>
                </a:cubicBezTo>
                <a:cubicBezTo>
                  <a:pt x="465677" y="137065"/>
                  <a:pt x="416433" y="120015"/>
                  <a:pt x="360331" y="120015"/>
                </a:cubicBezTo>
                <a:cubicBezTo>
                  <a:pt x="294227" y="120015"/>
                  <a:pt x="237744" y="143542"/>
                  <a:pt x="190691" y="190595"/>
                </a:cubicBezTo>
                <a:cubicBezTo>
                  <a:pt x="143637" y="237649"/>
                  <a:pt x="120110" y="294227"/>
                  <a:pt x="120110" y="360236"/>
                </a:cubicBezTo>
                <a:cubicBezTo>
                  <a:pt x="120110" y="426244"/>
                  <a:pt x="143637" y="482822"/>
                  <a:pt x="190691" y="529876"/>
                </a:cubicBezTo>
                <a:cubicBezTo>
                  <a:pt x="237744" y="576929"/>
                  <a:pt x="294323" y="600456"/>
                  <a:pt x="360331" y="60045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465" name="Google Shape;465;p30"/>
          <p:cNvGrpSpPr/>
          <p:nvPr/>
        </p:nvGrpSpPr>
        <p:grpSpPr>
          <a:xfrm>
            <a:off x="10431573" y="5496085"/>
            <a:ext cx="406400" cy="406400"/>
            <a:chOff x="4876800" y="2209800"/>
            <a:chExt cx="2438400" cy="2438400"/>
          </a:xfrm>
        </p:grpSpPr>
        <p:sp>
          <p:nvSpPr>
            <p:cNvPr id="466" name="Google Shape;466;p30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470" name="Google Shape;470;p30"/>
          <p:cNvPicPr preferRelativeResize="0"/>
          <p:nvPr>
            <p:ph idx="2" type="pic"/>
          </p:nvPr>
        </p:nvPicPr>
        <p:blipFill/>
        <p:spPr>
          <a:xfrm>
            <a:off x="4161612" y="4506571"/>
            <a:ext cx="3289097" cy="1802154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31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476" name="Google Shape;476;p31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2" name="Google Shape;512;p31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3" name="Google Shape;513;p31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7" name="Google Shape;517;p31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2" name="Google Shape;532;p31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542" name="Google Shape;542;p31"/>
          <p:cNvSpPr/>
          <p:nvPr/>
        </p:nvSpPr>
        <p:spPr>
          <a:xfrm>
            <a:off x="7650136" y="3307312"/>
            <a:ext cx="2497836" cy="785122"/>
          </a:xfrm>
          <a:custGeom>
            <a:rect b="b" l="l" r="r" t="t"/>
            <a:pathLst>
              <a:path extrusionOk="0" h="785122" w="2497836">
                <a:moveTo>
                  <a:pt x="0" y="80010"/>
                </a:moveTo>
                <a:cubicBezTo>
                  <a:pt x="212725" y="759460"/>
                  <a:pt x="898081" y="281496"/>
                  <a:pt x="1275715" y="587375"/>
                </a:cubicBezTo>
                <a:cubicBezTo>
                  <a:pt x="2133664" y="1162431"/>
                  <a:pt x="2005552" y="333280"/>
                  <a:pt x="249783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543" name="Google Shape;543;p31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544" name="Google Shape;544;p31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546" name="Google Shape;546;p31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47" name="Google Shape;547;p31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9" name="Google Shape;549;p31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0" name="Google Shape;550;p31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2" name="Google Shape;552;p31"/>
          <p:cNvSpPr txBox="1"/>
          <p:nvPr/>
        </p:nvSpPr>
        <p:spPr>
          <a:xfrm>
            <a:off x="5120144" y="1803964"/>
            <a:ext cx="24607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Market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553" name="Google Shape;553;p31"/>
          <p:cNvGrpSpPr/>
          <p:nvPr/>
        </p:nvGrpSpPr>
        <p:grpSpPr>
          <a:xfrm flipH="1" rot="10637137">
            <a:off x="4793160" y="2651232"/>
            <a:ext cx="4019266" cy="874372"/>
            <a:chOff x="-289731" y="2797058"/>
            <a:chExt cx="6257925" cy="2371725"/>
          </a:xfrm>
        </p:grpSpPr>
        <p:sp>
          <p:nvSpPr>
            <p:cNvPr id="554" name="Google Shape;554;p31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556" name="Google Shape;556;p31"/>
          <p:cNvSpPr txBox="1"/>
          <p:nvPr/>
        </p:nvSpPr>
        <p:spPr>
          <a:xfrm rot="-162863">
            <a:off x="5019320" y="2755284"/>
            <a:ext cx="35288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Opportunity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57" name="Google Shape;557;p31"/>
          <p:cNvSpPr txBox="1"/>
          <p:nvPr/>
        </p:nvSpPr>
        <p:spPr>
          <a:xfrm>
            <a:off x="4766538" y="5057638"/>
            <a:ext cx="245295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4766536" y="4668698"/>
            <a:ext cx="16057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Market Trends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>
            <a:off x="7794146" y="5057638"/>
            <a:ext cx="245295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>
            <a:off x="7794144" y="4668698"/>
            <a:ext cx="16057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Target Market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561" name="Google Shape;561;p31"/>
          <p:cNvGrpSpPr/>
          <p:nvPr/>
        </p:nvGrpSpPr>
        <p:grpSpPr>
          <a:xfrm>
            <a:off x="10038987" y="1951038"/>
            <a:ext cx="1457832" cy="1345691"/>
            <a:chOff x="3805237" y="1314450"/>
            <a:chExt cx="4581525" cy="4229100"/>
          </a:xfrm>
        </p:grpSpPr>
        <p:sp>
          <p:nvSpPr>
            <p:cNvPr id="562" name="Google Shape;562;p31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564" name="Google Shape;564;p31"/>
          <p:cNvSpPr txBox="1"/>
          <p:nvPr/>
        </p:nvSpPr>
        <p:spPr>
          <a:xfrm>
            <a:off x="10194391" y="2582806"/>
            <a:ext cx="1207941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Investment Goal for Scaling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65" name="Google Shape;565;p31"/>
          <p:cNvSpPr txBox="1"/>
          <p:nvPr/>
        </p:nvSpPr>
        <p:spPr>
          <a:xfrm>
            <a:off x="10188015" y="2118702"/>
            <a:ext cx="10767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$10M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9880548" y="3050816"/>
            <a:ext cx="379466" cy="3794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9985492" y="3159122"/>
            <a:ext cx="162864" cy="162854"/>
          </a:xfrm>
          <a:custGeom>
            <a:rect b="b" l="l" r="r" t="t"/>
            <a:pathLst>
              <a:path extrusionOk="0" h="1381315" w="1381410">
                <a:moveTo>
                  <a:pt x="552545" y="966883"/>
                </a:moveTo>
                <a:cubicBezTo>
                  <a:pt x="667607" y="966883"/>
                  <a:pt x="765524" y="926592"/>
                  <a:pt x="846106" y="846011"/>
                </a:cubicBezTo>
                <a:cubicBezTo>
                  <a:pt x="926687" y="765429"/>
                  <a:pt x="966978" y="667607"/>
                  <a:pt x="966978" y="552450"/>
                </a:cubicBezTo>
                <a:cubicBezTo>
                  <a:pt x="966978" y="437293"/>
                  <a:pt x="926687" y="339471"/>
                  <a:pt x="846106" y="258890"/>
                </a:cubicBezTo>
                <a:cubicBezTo>
                  <a:pt x="765524" y="178308"/>
                  <a:pt x="667703" y="138017"/>
                  <a:pt x="552545" y="138017"/>
                </a:cubicBezTo>
                <a:cubicBezTo>
                  <a:pt x="437388" y="138017"/>
                  <a:pt x="339566" y="178308"/>
                  <a:pt x="258985" y="258890"/>
                </a:cubicBezTo>
                <a:cubicBezTo>
                  <a:pt x="178403" y="339471"/>
                  <a:pt x="138113" y="437293"/>
                  <a:pt x="138113" y="552450"/>
                </a:cubicBezTo>
                <a:cubicBezTo>
                  <a:pt x="138113" y="667607"/>
                  <a:pt x="178403" y="765429"/>
                  <a:pt x="258985" y="846011"/>
                </a:cubicBezTo>
                <a:cubicBezTo>
                  <a:pt x="339566" y="926592"/>
                  <a:pt x="437388" y="966883"/>
                  <a:pt x="552545" y="966883"/>
                </a:cubicBezTo>
                <a:close/>
                <a:moveTo>
                  <a:pt x="483489" y="759714"/>
                </a:moveTo>
                <a:lnTo>
                  <a:pt x="483489" y="276225"/>
                </a:lnTo>
                <a:lnTo>
                  <a:pt x="621602" y="276225"/>
                </a:lnTo>
                <a:lnTo>
                  <a:pt x="621602" y="759714"/>
                </a:lnTo>
                <a:lnTo>
                  <a:pt x="483489" y="759714"/>
                </a:lnTo>
                <a:close/>
                <a:moveTo>
                  <a:pt x="241744" y="759714"/>
                </a:moveTo>
                <a:lnTo>
                  <a:pt x="241744" y="414433"/>
                </a:lnTo>
                <a:lnTo>
                  <a:pt x="379857" y="414433"/>
                </a:lnTo>
                <a:lnTo>
                  <a:pt x="379857" y="759714"/>
                </a:lnTo>
                <a:lnTo>
                  <a:pt x="241744" y="759714"/>
                </a:lnTo>
                <a:close/>
                <a:moveTo>
                  <a:pt x="725234" y="759714"/>
                </a:moveTo>
                <a:lnTo>
                  <a:pt x="725234" y="483489"/>
                </a:lnTo>
                <a:lnTo>
                  <a:pt x="863346" y="483489"/>
                </a:lnTo>
                <a:lnTo>
                  <a:pt x="863346" y="759714"/>
                </a:lnTo>
                <a:lnTo>
                  <a:pt x="725234" y="759714"/>
                </a:lnTo>
                <a:close/>
                <a:moveTo>
                  <a:pt x="1284637" y="1381316"/>
                </a:moveTo>
                <a:lnTo>
                  <a:pt x="892683" y="989362"/>
                </a:lnTo>
                <a:cubicBezTo>
                  <a:pt x="845534" y="1026224"/>
                  <a:pt x="793147" y="1054703"/>
                  <a:pt x="735521" y="1074801"/>
                </a:cubicBezTo>
                <a:cubicBezTo>
                  <a:pt x="677990" y="1094899"/>
                  <a:pt x="616934" y="1104995"/>
                  <a:pt x="552545" y="1104995"/>
                </a:cubicBezTo>
                <a:cubicBezTo>
                  <a:pt x="398336" y="1104995"/>
                  <a:pt x="267653" y="1051465"/>
                  <a:pt x="160592" y="944404"/>
                </a:cubicBezTo>
                <a:cubicBezTo>
                  <a:pt x="53531" y="837438"/>
                  <a:pt x="0" y="706755"/>
                  <a:pt x="0" y="552545"/>
                </a:cubicBezTo>
                <a:cubicBezTo>
                  <a:pt x="0" y="398336"/>
                  <a:pt x="53531" y="267653"/>
                  <a:pt x="160592" y="160592"/>
                </a:cubicBezTo>
                <a:cubicBezTo>
                  <a:pt x="267653" y="53531"/>
                  <a:pt x="398240" y="0"/>
                  <a:pt x="552545" y="0"/>
                </a:cubicBezTo>
                <a:cubicBezTo>
                  <a:pt x="706850" y="0"/>
                  <a:pt x="837438" y="53531"/>
                  <a:pt x="944499" y="160592"/>
                </a:cubicBezTo>
                <a:cubicBezTo>
                  <a:pt x="1051560" y="267653"/>
                  <a:pt x="1105091" y="398240"/>
                  <a:pt x="1105091" y="552545"/>
                </a:cubicBezTo>
                <a:cubicBezTo>
                  <a:pt x="1105091" y="617030"/>
                  <a:pt x="1094994" y="677990"/>
                  <a:pt x="1074896" y="735521"/>
                </a:cubicBezTo>
                <a:cubicBezTo>
                  <a:pt x="1054799" y="793052"/>
                  <a:pt x="1026224" y="845439"/>
                  <a:pt x="989457" y="892683"/>
                </a:cubicBezTo>
                <a:lnTo>
                  <a:pt x="1381411" y="1284637"/>
                </a:lnTo>
                <a:lnTo>
                  <a:pt x="1284732" y="138131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568" name="Google Shape;568;p31"/>
          <p:cNvGrpSpPr/>
          <p:nvPr/>
        </p:nvGrpSpPr>
        <p:grpSpPr>
          <a:xfrm>
            <a:off x="10798361" y="4668698"/>
            <a:ext cx="406400" cy="406400"/>
            <a:chOff x="4876800" y="2209800"/>
            <a:chExt cx="2438400" cy="2438400"/>
          </a:xfrm>
        </p:grpSpPr>
        <p:sp>
          <p:nvSpPr>
            <p:cNvPr id="569" name="Google Shape;569;p31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573" name="Google Shape;573;p31"/>
          <p:cNvPicPr preferRelativeResize="0"/>
          <p:nvPr>
            <p:ph idx="2" type="pic"/>
          </p:nvPr>
        </p:nvPicPr>
        <p:blipFill/>
        <p:spPr>
          <a:xfrm>
            <a:off x="695324" y="1951037"/>
            <a:ext cx="3320938" cy="435768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32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579" name="Google Shape;579;p32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6" name="Google Shape;596;p32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8" name="Google Shape;598;p32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9" name="Google Shape;599;p32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0" name="Google Shape;600;p32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645" name="Google Shape;645;p32"/>
          <p:cNvPicPr preferRelativeResize="0"/>
          <p:nvPr>
            <p:ph idx="2" type="pic"/>
          </p:nvPr>
        </p:nvPicPr>
        <p:blipFill/>
        <p:spPr>
          <a:xfrm>
            <a:off x="7497203" y="1951038"/>
            <a:ext cx="3999472" cy="220471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646" name="Google Shape;646;p32"/>
          <p:cNvSpPr/>
          <p:nvPr/>
        </p:nvSpPr>
        <p:spPr>
          <a:xfrm>
            <a:off x="3917387" y="3379114"/>
            <a:ext cx="3704809" cy="1243911"/>
          </a:xfrm>
          <a:custGeom>
            <a:rect b="b" l="l" r="r" t="t"/>
            <a:pathLst>
              <a:path extrusionOk="0" h="1243911" w="3704809">
                <a:moveTo>
                  <a:pt x="473" y="0"/>
                </a:moveTo>
                <a:cubicBezTo>
                  <a:pt x="-28102" y="1362075"/>
                  <a:pt x="1247804" y="318961"/>
                  <a:pt x="1752438" y="847090"/>
                </a:cubicBezTo>
                <a:cubicBezTo>
                  <a:pt x="2638962" y="1641221"/>
                  <a:pt x="3212525" y="1053370"/>
                  <a:pt x="3704809" y="72009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647" name="Google Shape;647;p32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648" name="Google Shape;648;p32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650" name="Google Shape;650;p32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651" name="Google Shape;651;p32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652" name="Google Shape;652;p32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53" name="Google Shape;653;p32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54" name="Google Shape;654;p32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55" name="Google Shape;655;p32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56" name="Google Shape;656;p32"/>
          <p:cNvSpPr txBox="1"/>
          <p:nvPr/>
        </p:nvSpPr>
        <p:spPr>
          <a:xfrm>
            <a:off x="848048" y="1829904"/>
            <a:ext cx="24607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Core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657" name="Google Shape;657;p32"/>
          <p:cNvGrpSpPr/>
          <p:nvPr/>
        </p:nvGrpSpPr>
        <p:grpSpPr>
          <a:xfrm flipH="1" rot="-10575226">
            <a:off x="720045" y="2677172"/>
            <a:ext cx="3601872" cy="874372"/>
            <a:chOff x="-289731" y="2797058"/>
            <a:chExt cx="6257925" cy="2371725"/>
          </a:xfrm>
        </p:grpSpPr>
        <p:sp>
          <p:nvSpPr>
            <p:cNvPr id="658" name="Google Shape;658;p32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660" name="Google Shape;660;p32"/>
          <p:cNvSpPr txBox="1"/>
          <p:nvPr/>
        </p:nvSpPr>
        <p:spPr>
          <a:xfrm rot="224774">
            <a:off x="855598" y="2781224"/>
            <a:ext cx="33120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Technology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661" name="Google Shape;661;p32"/>
          <p:cNvSpPr txBox="1"/>
          <p:nvPr/>
        </p:nvSpPr>
        <p:spPr>
          <a:xfrm>
            <a:off x="602757" y="5638874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62" name="Google Shape;662;p32"/>
          <p:cNvSpPr txBox="1"/>
          <p:nvPr/>
        </p:nvSpPr>
        <p:spPr>
          <a:xfrm>
            <a:off x="602756" y="5244011"/>
            <a:ext cx="23152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Proprietary Algorithms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663" name="Google Shape;663;p32"/>
          <p:cNvSpPr txBox="1"/>
          <p:nvPr/>
        </p:nvSpPr>
        <p:spPr>
          <a:xfrm>
            <a:off x="8763006" y="5638874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64" name="Google Shape;664;p32"/>
          <p:cNvSpPr txBox="1"/>
          <p:nvPr/>
        </p:nvSpPr>
        <p:spPr>
          <a:xfrm>
            <a:off x="8763006" y="5244011"/>
            <a:ext cx="23152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Cloud-Base Training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665" name="Google Shape;665;p32"/>
          <p:cNvSpPr txBox="1"/>
          <p:nvPr/>
        </p:nvSpPr>
        <p:spPr>
          <a:xfrm>
            <a:off x="4682881" y="5638874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66" name="Google Shape;666;p32"/>
          <p:cNvSpPr txBox="1"/>
          <p:nvPr/>
        </p:nvSpPr>
        <p:spPr>
          <a:xfrm>
            <a:off x="4682880" y="5244011"/>
            <a:ext cx="2175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Edge AI Integration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667" name="Google Shape;667;p32"/>
          <p:cNvSpPr txBox="1"/>
          <p:nvPr/>
        </p:nvSpPr>
        <p:spPr>
          <a:xfrm>
            <a:off x="4682881" y="1922237"/>
            <a:ext cx="19659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Driving Innovation with Advanced AI Systems</a:t>
            </a:r>
            <a:endParaRPr sz="14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7153533" y="3731701"/>
            <a:ext cx="715298" cy="715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669" name="Google Shape;669;p32"/>
          <p:cNvGrpSpPr/>
          <p:nvPr/>
        </p:nvGrpSpPr>
        <p:grpSpPr>
          <a:xfrm>
            <a:off x="2511647" y="4216625"/>
            <a:ext cx="406400" cy="406400"/>
            <a:chOff x="4876800" y="2209800"/>
            <a:chExt cx="2438400" cy="2438400"/>
          </a:xfrm>
        </p:grpSpPr>
        <p:sp>
          <p:nvSpPr>
            <p:cNvPr id="670" name="Google Shape;670;p32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674" name="Google Shape;674;p32"/>
          <p:cNvSpPr/>
          <p:nvPr/>
        </p:nvSpPr>
        <p:spPr>
          <a:xfrm>
            <a:off x="7320975" y="3984148"/>
            <a:ext cx="352456" cy="211486"/>
          </a:xfrm>
          <a:custGeom>
            <a:rect b="b" l="l" r="r" t="t"/>
            <a:pathLst>
              <a:path extrusionOk="0" h="603027" w="1004982">
                <a:moveTo>
                  <a:pt x="301466" y="603028"/>
                </a:moveTo>
                <a:lnTo>
                  <a:pt x="0" y="301562"/>
                </a:lnTo>
                <a:lnTo>
                  <a:pt x="301466" y="95"/>
                </a:lnTo>
                <a:lnTo>
                  <a:pt x="373094" y="71723"/>
                </a:lnTo>
                <a:lnTo>
                  <a:pt x="141923" y="302800"/>
                </a:lnTo>
                <a:lnTo>
                  <a:pt x="371761" y="532638"/>
                </a:lnTo>
                <a:lnTo>
                  <a:pt x="301371" y="603028"/>
                </a:lnTo>
                <a:close/>
                <a:moveTo>
                  <a:pt x="703421" y="603028"/>
                </a:moveTo>
                <a:lnTo>
                  <a:pt x="631793" y="531400"/>
                </a:lnTo>
                <a:lnTo>
                  <a:pt x="862965" y="300228"/>
                </a:lnTo>
                <a:lnTo>
                  <a:pt x="633127" y="70390"/>
                </a:lnTo>
                <a:lnTo>
                  <a:pt x="703517" y="0"/>
                </a:lnTo>
                <a:lnTo>
                  <a:pt x="1004983" y="301466"/>
                </a:lnTo>
                <a:lnTo>
                  <a:pt x="703517" y="60293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33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680" name="Google Shape;680;p33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7" name="Google Shape;717;p33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8" name="Google Shape;718;p33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19" name="Google Shape;719;p33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0" name="Google Shape;720;p33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1" name="Google Shape;721;p33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2" name="Google Shape;722;p33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3" name="Google Shape;723;p33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6" name="Google Shape;726;p33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7" name="Google Shape;727;p33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4" name="Google Shape;734;p33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8" name="Google Shape;738;p33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39" name="Google Shape;739;p33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0" name="Google Shape;740;p33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746" name="Google Shape;746;p33"/>
          <p:cNvSpPr/>
          <p:nvPr/>
        </p:nvSpPr>
        <p:spPr>
          <a:xfrm>
            <a:off x="5878701" y="2676444"/>
            <a:ext cx="4282186" cy="690111"/>
          </a:xfrm>
          <a:custGeom>
            <a:rect b="b" l="l" r="r" t="t"/>
            <a:pathLst>
              <a:path extrusionOk="0" h="690111" w="4282186">
                <a:moveTo>
                  <a:pt x="0" y="0"/>
                </a:moveTo>
                <a:cubicBezTo>
                  <a:pt x="695325" y="1228725"/>
                  <a:pt x="1342581" y="-185864"/>
                  <a:pt x="2037715" y="256540"/>
                </a:cubicBezTo>
                <a:cubicBezTo>
                  <a:pt x="3114739" y="945896"/>
                  <a:pt x="3789902" y="685070"/>
                  <a:pt x="4282186" y="35179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747" name="Google Shape;747;p33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748" name="Google Shape;748;p33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49" name="Google Shape;749;p33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750" name="Google Shape;750;p33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51" name="Google Shape;751;p33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52" name="Google Shape;752;p33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53" name="Google Shape;753;p33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54" name="Google Shape;754;p33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55" name="Google Shape;755;p33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756" name="Google Shape;756;p33"/>
          <p:cNvGrpSpPr/>
          <p:nvPr/>
        </p:nvGrpSpPr>
        <p:grpSpPr>
          <a:xfrm rot="-263299">
            <a:off x="1904094" y="2099502"/>
            <a:ext cx="4290600" cy="972680"/>
            <a:chOff x="4205287" y="3000375"/>
            <a:chExt cx="3781425" cy="857250"/>
          </a:xfrm>
        </p:grpSpPr>
        <p:sp>
          <p:nvSpPr>
            <p:cNvPr id="757" name="Google Shape;757;p33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58" name="Google Shape;758;p33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759" name="Google Shape;759;p33"/>
          <p:cNvSpPr txBox="1"/>
          <p:nvPr/>
        </p:nvSpPr>
        <p:spPr>
          <a:xfrm>
            <a:off x="569063" y="2270479"/>
            <a:ext cx="13614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Key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60" name="Google Shape;760;p33"/>
          <p:cNvSpPr txBox="1"/>
          <p:nvPr/>
        </p:nvSpPr>
        <p:spPr>
          <a:xfrm rot="-278525">
            <a:off x="1974594" y="2235184"/>
            <a:ext cx="407584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Differentiators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61" name="Google Shape;761;p33"/>
          <p:cNvSpPr txBox="1"/>
          <p:nvPr/>
        </p:nvSpPr>
        <p:spPr>
          <a:xfrm>
            <a:off x="5569582" y="4331137"/>
            <a:ext cx="2282828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62" name="Google Shape;762;p33"/>
          <p:cNvSpPr txBox="1"/>
          <p:nvPr/>
        </p:nvSpPr>
        <p:spPr>
          <a:xfrm>
            <a:off x="5569580" y="3936274"/>
            <a:ext cx="2175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Unmatched Accuracy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63" name="Google Shape;763;p33"/>
          <p:cNvSpPr txBox="1"/>
          <p:nvPr/>
        </p:nvSpPr>
        <p:spPr>
          <a:xfrm>
            <a:off x="8791753" y="4331137"/>
            <a:ext cx="2282828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64" name="Google Shape;764;p33"/>
          <p:cNvSpPr txBox="1"/>
          <p:nvPr/>
        </p:nvSpPr>
        <p:spPr>
          <a:xfrm>
            <a:off x="8791751" y="3936274"/>
            <a:ext cx="2175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Scalable Architecture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65" name="Google Shape;765;p33"/>
          <p:cNvSpPr txBox="1"/>
          <p:nvPr/>
        </p:nvSpPr>
        <p:spPr>
          <a:xfrm>
            <a:off x="6072400" y="5856535"/>
            <a:ext cx="2282828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66" name="Google Shape;766;p33"/>
          <p:cNvSpPr txBox="1"/>
          <p:nvPr/>
        </p:nvSpPr>
        <p:spPr>
          <a:xfrm>
            <a:off x="6072398" y="5461672"/>
            <a:ext cx="22828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Faster Time-to-Insight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67" name="Google Shape;767;p33"/>
          <p:cNvSpPr txBox="1"/>
          <p:nvPr/>
        </p:nvSpPr>
        <p:spPr>
          <a:xfrm>
            <a:off x="9294571" y="5856535"/>
            <a:ext cx="2282828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68" name="Google Shape;768;p33"/>
          <p:cNvSpPr txBox="1"/>
          <p:nvPr/>
        </p:nvSpPr>
        <p:spPr>
          <a:xfrm>
            <a:off x="9294569" y="5461672"/>
            <a:ext cx="23449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User-Friendly Interface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769" name="Google Shape;769;p33"/>
          <p:cNvGrpSpPr/>
          <p:nvPr/>
        </p:nvGrpSpPr>
        <p:grpSpPr>
          <a:xfrm>
            <a:off x="10038987" y="1933207"/>
            <a:ext cx="1457832" cy="1148198"/>
            <a:chOff x="3805237" y="1314450"/>
            <a:chExt cx="4581525" cy="4229100"/>
          </a:xfrm>
        </p:grpSpPr>
        <p:sp>
          <p:nvSpPr>
            <p:cNvPr id="770" name="Google Shape;770;p33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71" name="Google Shape;771;p33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772" name="Google Shape;772;p33"/>
          <p:cNvSpPr txBox="1"/>
          <p:nvPr/>
        </p:nvSpPr>
        <p:spPr>
          <a:xfrm>
            <a:off x="10194391" y="2564974"/>
            <a:ext cx="937159" cy="29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Faster Insight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73" name="Google Shape;773;p33"/>
          <p:cNvSpPr txBox="1"/>
          <p:nvPr/>
        </p:nvSpPr>
        <p:spPr>
          <a:xfrm>
            <a:off x="10188015" y="2100870"/>
            <a:ext cx="10767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50%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9893521" y="2882887"/>
            <a:ext cx="379466" cy="3794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75" name="Google Shape;775;p33"/>
          <p:cNvSpPr/>
          <p:nvPr/>
        </p:nvSpPr>
        <p:spPr>
          <a:xfrm>
            <a:off x="9993974" y="2983706"/>
            <a:ext cx="186488" cy="168122"/>
          </a:xfrm>
          <a:custGeom>
            <a:rect b="b" l="l" r="r" t="t"/>
            <a:pathLst>
              <a:path extrusionOk="0" h="1184564" w="1313973">
                <a:moveTo>
                  <a:pt x="353187" y="1184339"/>
                </a:moveTo>
                <a:cubicBezTo>
                  <a:pt x="313754" y="1183291"/>
                  <a:pt x="276225" y="1173099"/>
                  <a:pt x="240697" y="1153954"/>
                </a:cubicBezTo>
                <a:cubicBezTo>
                  <a:pt x="205073" y="1134809"/>
                  <a:pt x="171450" y="1106615"/>
                  <a:pt x="139637" y="1069372"/>
                </a:cubicBezTo>
                <a:cubicBezTo>
                  <a:pt x="95822" y="1016794"/>
                  <a:pt x="61627" y="954119"/>
                  <a:pt x="36957" y="881253"/>
                </a:cubicBezTo>
                <a:cubicBezTo>
                  <a:pt x="12287" y="808387"/>
                  <a:pt x="0" y="733711"/>
                  <a:pt x="0" y="657035"/>
                </a:cubicBezTo>
                <a:cubicBezTo>
                  <a:pt x="0" y="566166"/>
                  <a:pt x="17240" y="480727"/>
                  <a:pt x="51721" y="400812"/>
                </a:cubicBezTo>
                <a:cubicBezTo>
                  <a:pt x="86201" y="320897"/>
                  <a:pt x="133064" y="251365"/>
                  <a:pt x="192119" y="192215"/>
                </a:cubicBezTo>
                <a:cubicBezTo>
                  <a:pt x="251269" y="133064"/>
                  <a:pt x="320802" y="86297"/>
                  <a:pt x="400717" y="51816"/>
                </a:cubicBezTo>
                <a:cubicBezTo>
                  <a:pt x="480727" y="17240"/>
                  <a:pt x="566166" y="0"/>
                  <a:pt x="657035" y="0"/>
                </a:cubicBezTo>
                <a:cubicBezTo>
                  <a:pt x="747903" y="0"/>
                  <a:pt x="833342" y="17526"/>
                  <a:pt x="913257" y="52578"/>
                </a:cubicBezTo>
                <a:cubicBezTo>
                  <a:pt x="993172" y="87630"/>
                  <a:pt x="1062704" y="135255"/>
                  <a:pt x="1121855" y="195453"/>
                </a:cubicBezTo>
                <a:cubicBezTo>
                  <a:pt x="1181005" y="255651"/>
                  <a:pt x="1227773" y="326326"/>
                  <a:pt x="1262253" y="407384"/>
                </a:cubicBezTo>
                <a:cubicBezTo>
                  <a:pt x="1296734" y="488442"/>
                  <a:pt x="1313974" y="575501"/>
                  <a:pt x="1313974" y="668560"/>
                </a:cubicBezTo>
                <a:cubicBezTo>
                  <a:pt x="1313974" y="752856"/>
                  <a:pt x="1300258" y="831723"/>
                  <a:pt x="1272921" y="905065"/>
                </a:cubicBezTo>
                <a:cubicBezTo>
                  <a:pt x="1245584" y="978408"/>
                  <a:pt x="1206627" y="1040321"/>
                  <a:pt x="1156335" y="1090708"/>
                </a:cubicBezTo>
                <a:cubicBezTo>
                  <a:pt x="1125665" y="1121378"/>
                  <a:pt x="1093375" y="1144619"/>
                  <a:pt x="1059466" y="1160526"/>
                </a:cubicBezTo>
                <a:cubicBezTo>
                  <a:pt x="1025557" y="1176433"/>
                  <a:pt x="990981" y="1184339"/>
                  <a:pt x="956024" y="1184339"/>
                </a:cubicBezTo>
                <a:cubicBezTo>
                  <a:pt x="936308" y="1184339"/>
                  <a:pt x="916591" y="1181862"/>
                  <a:pt x="896874" y="1176909"/>
                </a:cubicBezTo>
                <a:cubicBezTo>
                  <a:pt x="877157" y="1171956"/>
                  <a:pt x="857440" y="1164622"/>
                  <a:pt x="837724" y="1154716"/>
                </a:cubicBezTo>
                <a:lnTo>
                  <a:pt x="745712" y="1108710"/>
                </a:lnTo>
                <a:cubicBezTo>
                  <a:pt x="732568" y="1102138"/>
                  <a:pt x="718566" y="1097185"/>
                  <a:pt x="703802" y="1093946"/>
                </a:cubicBezTo>
                <a:cubicBezTo>
                  <a:pt x="689038" y="1090708"/>
                  <a:pt x="673418" y="1088993"/>
                  <a:pt x="657035" y="1088993"/>
                </a:cubicBezTo>
                <a:cubicBezTo>
                  <a:pt x="640652" y="1088993"/>
                  <a:pt x="625031" y="1090613"/>
                  <a:pt x="610267" y="1093946"/>
                </a:cubicBezTo>
                <a:cubicBezTo>
                  <a:pt x="595503" y="1097280"/>
                  <a:pt x="581501" y="1102138"/>
                  <a:pt x="568357" y="1108710"/>
                </a:cubicBezTo>
                <a:lnTo>
                  <a:pt x="476345" y="1154716"/>
                </a:lnTo>
                <a:cubicBezTo>
                  <a:pt x="455581" y="1165670"/>
                  <a:pt x="435007" y="1173575"/>
                  <a:pt x="414719" y="1178528"/>
                </a:cubicBezTo>
                <a:cubicBezTo>
                  <a:pt x="394430" y="1183481"/>
                  <a:pt x="373951" y="1185386"/>
                  <a:pt x="353092" y="1184243"/>
                </a:cubicBezTo>
                <a:close/>
                <a:moveTo>
                  <a:pt x="356425" y="1052894"/>
                </a:moveTo>
                <a:cubicBezTo>
                  <a:pt x="366236" y="1052894"/>
                  <a:pt x="376428" y="1051846"/>
                  <a:pt x="386810" y="1049655"/>
                </a:cubicBezTo>
                <a:cubicBezTo>
                  <a:pt x="397193" y="1047464"/>
                  <a:pt x="407384" y="1043654"/>
                  <a:pt x="417195" y="1038130"/>
                </a:cubicBezTo>
                <a:lnTo>
                  <a:pt x="509207" y="992124"/>
                </a:lnTo>
                <a:cubicBezTo>
                  <a:pt x="532162" y="980123"/>
                  <a:pt x="555974" y="971360"/>
                  <a:pt x="580644" y="965835"/>
                </a:cubicBezTo>
                <a:cubicBezTo>
                  <a:pt x="605314" y="960311"/>
                  <a:pt x="630174" y="957644"/>
                  <a:pt x="655415" y="957644"/>
                </a:cubicBezTo>
                <a:cubicBezTo>
                  <a:pt x="680657" y="957644"/>
                  <a:pt x="705803" y="960406"/>
                  <a:pt x="730949" y="965835"/>
                </a:cubicBezTo>
                <a:cubicBezTo>
                  <a:pt x="756095" y="971264"/>
                  <a:pt x="780193" y="980027"/>
                  <a:pt x="803243" y="992124"/>
                </a:cubicBezTo>
                <a:lnTo>
                  <a:pt x="896874" y="1038130"/>
                </a:lnTo>
                <a:cubicBezTo>
                  <a:pt x="906685" y="1043559"/>
                  <a:pt x="916591" y="1047464"/>
                  <a:pt x="926402" y="1049655"/>
                </a:cubicBezTo>
                <a:cubicBezTo>
                  <a:pt x="936212" y="1051846"/>
                  <a:pt x="946118" y="1052894"/>
                  <a:pt x="955929" y="1052894"/>
                </a:cubicBezTo>
                <a:cubicBezTo>
                  <a:pt x="976694" y="1052894"/>
                  <a:pt x="996410" y="1047464"/>
                  <a:pt x="1015079" y="1036511"/>
                </a:cubicBezTo>
                <a:cubicBezTo>
                  <a:pt x="1033653" y="1025557"/>
                  <a:pt x="1052322" y="1009174"/>
                  <a:pt x="1070896" y="987266"/>
                </a:cubicBezTo>
                <a:cubicBezTo>
                  <a:pt x="1105948" y="945642"/>
                  <a:pt x="1133285" y="895826"/>
                  <a:pt x="1153001" y="837819"/>
                </a:cubicBezTo>
                <a:cubicBezTo>
                  <a:pt x="1172718" y="779812"/>
                  <a:pt x="1182529" y="720090"/>
                  <a:pt x="1182529" y="658749"/>
                </a:cubicBezTo>
                <a:cubicBezTo>
                  <a:pt x="1182529" y="511969"/>
                  <a:pt x="1131570" y="387477"/>
                  <a:pt x="1029748" y="285083"/>
                </a:cubicBezTo>
                <a:cubicBezTo>
                  <a:pt x="927926" y="182690"/>
                  <a:pt x="803624" y="131540"/>
                  <a:pt x="656844" y="131540"/>
                </a:cubicBezTo>
                <a:cubicBezTo>
                  <a:pt x="510064" y="131540"/>
                  <a:pt x="385858" y="182975"/>
                  <a:pt x="283940" y="285941"/>
                </a:cubicBezTo>
                <a:cubicBezTo>
                  <a:pt x="182118" y="388906"/>
                  <a:pt x="131159" y="513683"/>
                  <a:pt x="131159" y="660463"/>
                </a:cubicBezTo>
                <a:cubicBezTo>
                  <a:pt x="131159" y="722852"/>
                  <a:pt x="141256" y="783622"/>
                  <a:pt x="161544" y="842772"/>
                </a:cubicBezTo>
                <a:cubicBezTo>
                  <a:pt x="181832" y="901922"/>
                  <a:pt x="210026" y="951738"/>
                  <a:pt x="246126" y="992219"/>
                </a:cubicBezTo>
                <a:cubicBezTo>
                  <a:pt x="264700" y="1014127"/>
                  <a:pt x="282797" y="1029748"/>
                  <a:pt x="300323" y="1038987"/>
                </a:cubicBezTo>
                <a:cubicBezTo>
                  <a:pt x="317849" y="1048322"/>
                  <a:pt x="336423" y="1052989"/>
                  <a:pt x="356140" y="1052989"/>
                </a:cubicBezTo>
                <a:close/>
                <a:moveTo>
                  <a:pt x="657035" y="788480"/>
                </a:moveTo>
                <a:cubicBezTo>
                  <a:pt x="693134" y="788480"/>
                  <a:pt x="724090" y="775621"/>
                  <a:pt x="749808" y="749903"/>
                </a:cubicBezTo>
                <a:cubicBezTo>
                  <a:pt x="775526" y="724186"/>
                  <a:pt x="788384" y="693230"/>
                  <a:pt x="788384" y="657130"/>
                </a:cubicBezTo>
                <a:cubicBezTo>
                  <a:pt x="788384" y="648367"/>
                  <a:pt x="787527" y="639604"/>
                  <a:pt x="785908" y="630841"/>
                </a:cubicBezTo>
                <a:cubicBezTo>
                  <a:pt x="784288" y="622078"/>
                  <a:pt x="781812" y="613315"/>
                  <a:pt x="778478" y="604552"/>
                </a:cubicBezTo>
                <a:lnTo>
                  <a:pt x="860584" y="494538"/>
                </a:lnTo>
                <a:cubicBezTo>
                  <a:pt x="871538" y="508730"/>
                  <a:pt x="881158" y="523875"/>
                  <a:pt x="889349" y="539687"/>
                </a:cubicBezTo>
                <a:cubicBezTo>
                  <a:pt x="897541" y="555593"/>
                  <a:pt x="904399" y="572834"/>
                  <a:pt x="909923" y="591407"/>
                </a:cubicBezTo>
                <a:lnTo>
                  <a:pt x="1044607" y="591407"/>
                </a:lnTo>
                <a:cubicBezTo>
                  <a:pt x="1028224" y="495014"/>
                  <a:pt x="983552" y="416243"/>
                  <a:pt x="910781" y="354901"/>
                </a:cubicBezTo>
                <a:cubicBezTo>
                  <a:pt x="837914" y="293561"/>
                  <a:pt x="753332" y="262890"/>
                  <a:pt x="657035" y="262890"/>
                </a:cubicBezTo>
                <a:cubicBezTo>
                  <a:pt x="560737" y="262890"/>
                  <a:pt x="475774" y="293846"/>
                  <a:pt x="402431" y="355664"/>
                </a:cubicBezTo>
                <a:cubicBezTo>
                  <a:pt x="329089" y="417576"/>
                  <a:pt x="284702" y="496062"/>
                  <a:pt x="269367" y="591407"/>
                </a:cubicBezTo>
                <a:lnTo>
                  <a:pt x="404050" y="591407"/>
                </a:lnTo>
                <a:cubicBezTo>
                  <a:pt x="419386" y="532257"/>
                  <a:pt x="450628" y="484632"/>
                  <a:pt x="497681" y="448532"/>
                </a:cubicBezTo>
                <a:cubicBezTo>
                  <a:pt x="544735" y="412433"/>
                  <a:pt x="597884" y="394335"/>
                  <a:pt x="657035" y="394335"/>
                </a:cubicBezTo>
                <a:cubicBezTo>
                  <a:pt x="675608" y="394335"/>
                  <a:pt x="693134" y="395954"/>
                  <a:pt x="709613" y="399288"/>
                </a:cubicBezTo>
                <a:cubicBezTo>
                  <a:pt x="726091" y="402622"/>
                  <a:pt x="741902" y="407480"/>
                  <a:pt x="757238" y="414052"/>
                </a:cubicBezTo>
                <a:lnTo>
                  <a:pt x="673513" y="527399"/>
                </a:lnTo>
                <a:cubicBezTo>
                  <a:pt x="671322" y="527399"/>
                  <a:pt x="668560" y="527114"/>
                  <a:pt x="665321" y="526542"/>
                </a:cubicBezTo>
                <a:cubicBezTo>
                  <a:pt x="662083" y="525971"/>
                  <a:pt x="659321" y="525685"/>
                  <a:pt x="657130" y="525685"/>
                </a:cubicBezTo>
                <a:cubicBezTo>
                  <a:pt x="621030" y="525685"/>
                  <a:pt x="590074" y="538544"/>
                  <a:pt x="564356" y="564261"/>
                </a:cubicBezTo>
                <a:cubicBezTo>
                  <a:pt x="538639" y="589979"/>
                  <a:pt x="525780" y="620935"/>
                  <a:pt x="525780" y="657035"/>
                </a:cubicBezTo>
                <a:cubicBezTo>
                  <a:pt x="525780" y="693134"/>
                  <a:pt x="538639" y="724090"/>
                  <a:pt x="564356" y="749808"/>
                </a:cubicBezTo>
                <a:cubicBezTo>
                  <a:pt x="590074" y="775526"/>
                  <a:pt x="621030" y="788384"/>
                  <a:pt x="657130" y="78838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6" name="Google Shape;776;p33"/>
          <p:cNvPicPr preferRelativeResize="0"/>
          <p:nvPr>
            <p:ph idx="2" type="pic"/>
          </p:nvPr>
        </p:nvPicPr>
        <p:blipFill/>
        <p:spPr>
          <a:xfrm>
            <a:off x="695325" y="3936276"/>
            <a:ext cx="3926345" cy="2372450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" name="Google Shape;781;p34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782" name="Google Shape;782;p34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7" name="Google Shape;787;p34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8" name="Google Shape;788;p34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0" name="Google Shape;790;p34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3" name="Google Shape;793;p34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4" name="Google Shape;794;p34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0" name="Google Shape;800;p34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1" name="Google Shape;801;p34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2" name="Google Shape;802;p34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3" name="Google Shape;803;p34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4" name="Google Shape;804;p34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5" name="Google Shape;805;p34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6" name="Google Shape;806;p34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7" name="Google Shape;807;p34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0" name="Google Shape;810;p34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1" name="Google Shape;811;p34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2" name="Google Shape;812;p34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2" name="Google Shape;822;p34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3" name="Google Shape;833;p34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4" name="Google Shape;834;p34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8" name="Google Shape;838;p34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39" name="Google Shape;839;p34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1" name="Google Shape;841;p34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848" name="Google Shape;848;p34"/>
          <p:cNvPicPr preferRelativeResize="0"/>
          <p:nvPr>
            <p:ph idx="2" type="pic"/>
          </p:nvPr>
        </p:nvPicPr>
        <p:blipFill/>
        <p:spPr>
          <a:xfrm>
            <a:off x="5328172" y="1951039"/>
            <a:ext cx="2524238" cy="2272618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849" name="Google Shape;849;p34"/>
          <p:cNvSpPr/>
          <p:nvPr/>
        </p:nvSpPr>
        <p:spPr>
          <a:xfrm>
            <a:off x="2614425" y="3578123"/>
            <a:ext cx="2842551" cy="1106232"/>
          </a:xfrm>
          <a:custGeom>
            <a:rect b="b" l="l" r="r" t="t"/>
            <a:pathLst>
              <a:path extrusionOk="0" h="1106232" w="2842551">
                <a:moveTo>
                  <a:pt x="0" y="0"/>
                </a:moveTo>
                <a:cubicBezTo>
                  <a:pt x="71755" y="1041037"/>
                  <a:pt x="815710" y="429905"/>
                  <a:pt x="1138917" y="846456"/>
                </a:cubicBezTo>
                <a:cubicBezTo>
                  <a:pt x="1751575" y="1590604"/>
                  <a:pt x="1813239" y="475520"/>
                  <a:pt x="2842551" y="708297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850" name="Google Shape;850;p34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851" name="Google Shape;851;p34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853" name="Google Shape;853;p34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54" name="Google Shape;854;p34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55" name="Google Shape;855;p34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56" name="Google Shape;856;p34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57" name="Google Shape;857;p34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58" name="Google Shape;858;p34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859" name="Google Shape;859;p34"/>
          <p:cNvGrpSpPr/>
          <p:nvPr/>
        </p:nvGrpSpPr>
        <p:grpSpPr>
          <a:xfrm flipH="1" rot="201040">
            <a:off x="720761" y="2709471"/>
            <a:ext cx="3495782" cy="972680"/>
            <a:chOff x="4205287" y="3000375"/>
            <a:chExt cx="3781425" cy="857250"/>
          </a:xfrm>
        </p:grpSpPr>
        <p:sp>
          <p:nvSpPr>
            <p:cNvPr id="860" name="Google Shape;860;p34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862" name="Google Shape;862;p34"/>
          <p:cNvSpPr txBox="1"/>
          <p:nvPr/>
        </p:nvSpPr>
        <p:spPr>
          <a:xfrm>
            <a:off x="736582" y="1817922"/>
            <a:ext cx="355995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Competitive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63" name="Google Shape;863;p34"/>
          <p:cNvSpPr txBox="1"/>
          <p:nvPr/>
        </p:nvSpPr>
        <p:spPr>
          <a:xfrm flipH="1" rot="216266">
            <a:off x="806736" y="2845153"/>
            <a:ext cx="32500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Landscape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64" name="Google Shape;864;p34"/>
          <p:cNvSpPr txBox="1"/>
          <p:nvPr/>
        </p:nvSpPr>
        <p:spPr>
          <a:xfrm>
            <a:off x="8756157" y="3465885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65" name="Google Shape;865;p34"/>
          <p:cNvSpPr txBox="1"/>
          <p:nvPr/>
        </p:nvSpPr>
        <p:spPr>
          <a:xfrm>
            <a:off x="8756156" y="3071022"/>
            <a:ext cx="1568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66" name="Google Shape;866;p34"/>
          <p:cNvSpPr txBox="1"/>
          <p:nvPr/>
        </p:nvSpPr>
        <p:spPr>
          <a:xfrm>
            <a:off x="8756157" y="5611926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67" name="Google Shape;867;p34"/>
          <p:cNvSpPr txBox="1"/>
          <p:nvPr/>
        </p:nvSpPr>
        <p:spPr>
          <a:xfrm>
            <a:off x="8756156" y="5217063"/>
            <a:ext cx="1568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Company B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68" name="Google Shape;868;p34"/>
          <p:cNvSpPr txBox="1"/>
          <p:nvPr/>
        </p:nvSpPr>
        <p:spPr>
          <a:xfrm>
            <a:off x="5328172" y="5611926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5328171" y="5217063"/>
            <a:ext cx="1568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Company A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70" name="Google Shape;870;p34"/>
          <p:cNvSpPr/>
          <p:nvPr/>
        </p:nvSpPr>
        <p:spPr>
          <a:xfrm>
            <a:off x="695325" y="5852769"/>
            <a:ext cx="1825742" cy="455956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71" name="Google Shape;871;p34"/>
          <p:cNvSpPr txBox="1"/>
          <p:nvPr/>
        </p:nvSpPr>
        <p:spPr>
          <a:xfrm>
            <a:off x="948824" y="5934986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Next Slide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72" name="Google Shape;872;p34"/>
          <p:cNvSpPr/>
          <p:nvPr/>
        </p:nvSpPr>
        <p:spPr>
          <a:xfrm>
            <a:off x="2380251" y="5944109"/>
            <a:ext cx="281632" cy="2732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73" name="Google Shape;873;p34"/>
          <p:cNvSpPr/>
          <p:nvPr/>
        </p:nvSpPr>
        <p:spPr>
          <a:xfrm>
            <a:off x="2479330" y="6046048"/>
            <a:ext cx="85136" cy="85652"/>
          </a:xfrm>
          <a:custGeom>
            <a:rect b="b" l="l" r="r" t="t"/>
            <a:pathLst>
              <a:path extrusionOk="0" h="536352" w="533114">
                <a:moveTo>
                  <a:pt x="9239" y="0"/>
                </a:moveTo>
                <a:lnTo>
                  <a:pt x="9239" y="38100"/>
                </a:lnTo>
                <a:lnTo>
                  <a:pt x="468344" y="38100"/>
                </a:lnTo>
                <a:lnTo>
                  <a:pt x="0" y="509588"/>
                </a:lnTo>
                <a:lnTo>
                  <a:pt x="27051" y="536353"/>
                </a:lnTo>
                <a:lnTo>
                  <a:pt x="495014" y="65246"/>
                </a:lnTo>
                <a:lnTo>
                  <a:pt x="495014" y="523875"/>
                </a:lnTo>
                <a:lnTo>
                  <a:pt x="533114" y="523875"/>
                </a:lnTo>
                <a:lnTo>
                  <a:pt x="533114" y="0"/>
                </a:lnTo>
                <a:lnTo>
                  <a:pt x="923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74" name="Google Shape;874;p34"/>
          <p:cNvSpPr/>
          <p:nvPr/>
        </p:nvSpPr>
        <p:spPr>
          <a:xfrm>
            <a:off x="5145728" y="3776581"/>
            <a:ext cx="629186" cy="6291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75" name="Google Shape;875;p34"/>
          <p:cNvSpPr/>
          <p:nvPr/>
        </p:nvSpPr>
        <p:spPr>
          <a:xfrm>
            <a:off x="5309679" y="3946941"/>
            <a:ext cx="309212" cy="278760"/>
          </a:xfrm>
          <a:custGeom>
            <a:rect b="b" l="l" r="r" t="t"/>
            <a:pathLst>
              <a:path extrusionOk="0" h="1184564" w="1313973">
                <a:moveTo>
                  <a:pt x="353187" y="1184339"/>
                </a:moveTo>
                <a:cubicBezTo>
                  <a:pt x="313754" y="1183291"/>
                  <a:pt x="276225" y="1173099"/>
                  <a:pt x="240697" y="1153954"/>
                </a:cubicBezTo>
                <a:cubicBezTo>
                  <a:pt x="205073" y="1134809"/>
                  <a:pt x="171450" y="1106615"/>
                  <a:pt x="139637" y="1069372"/>
                </a:cubicBezTo>
                <a:cubicBezTo>
                  <a:pt x="95822" y="1016794"/>
                  <a:pt x="61627" y="954119"/>
                  <a:pt x="36957" y="881253"/>
                </a:cubicBezTo>
                <a:cubicBezTo>
                  <a:pt x="12287" y="808387"/>
                  <a:pt x="0" y="733711"/>
                  <a:pt x="0" y="657035"/>
                </a:cubicBezTo>
                <a:cubicBezTo>
                  <a:pt x="0" y="566166"/>
                  <a:pt x="17240" y="480727"/>
                  <a:pt x="51721" y="400812"/>
                </a:cubicBezTo>
                <a:cubicBezTo>
                  <a:pt x="86201" y="320897"/>
                  <a:pt x="133064" y="251365"/>
                  <a:pt x="192119" y="192215"/>
                </a:cubicBezTo>
                <a:cubicBezTo>
                  <a:pt x="251269" y="133064"/>
                  <a:pt x="320802" y="86297"/>
                  <a:pt x="400717" y="51816"/>
                </a:cubicBezTo>
                <a:cubicBezTo>
                  <a:pt x="480727" y="17240"/>
                  <a:pt x="566166" y="0"/>
                  <a:pt x="657035" y="0"/>
                </a:cubicBezTo>
                <a:cubicBezTo>
                  <a:pt x="747903" y="0"/>
                  <a:pt x="833342" y="17526"/>
                  <a:pt x="913257" y="52578"/>
                </a:cubicBezTo>
                <a:cubicBezTo>
                  <a:pt x="993172" y="87630"/>
                  <a:pt x="1062704" y="135255"/>
                  <a:pt x="1121855" y="195453"/>
                </a:cubicBezTo>
                <a:cubicBezTo>
                  <a:pt x="1181005" y="255651"/>
                  <a:pt x="1227773" y="326326"/>
                  <a:pt x="1262253" y="407384"/>
                </a:cubicBezTo>
                <a:cubicBezTo>
                  <a:pt x="1296734" y="488442"/>
                  <a:pt x="1313974" y="575501"/>
                  <a:pt x="1313974" y="668560"/>
                </a:cubicBezTo>
                <a:cubicBezTo>
                  <a:pt x="1313974" y="752856"/>
                  <a:pt x="1300258" y="831723"/>
                  <a:pt x="1272921" y="905065"/>
                </a:cubicBezTo>
                <a:cubicBezTo>
                  <a:pt x="1245584" y="978408"/>
                  <a:pt x="1206627" y="1040321"/>
                  <a:pt x="1156335" y="1090708"/>
                </a:cubicBezTo>
                <a:cubicBezTo>
                  <a:pt x="1125665" y="1121378"/>
                  <a:pt x="1093375" y="1144619"/>
                  <a:pt x="1059466" y="1160526"/>
                </a:cubicBezTo>
                <a:cubicBezTo>
                  <a:pt x="1025557" y="1176433"/>
                  <a:pt x="990981" y="1184339"/>
                  <a:pt x="956024" y="1184339"/>
                </a:cubicBezTo>
                <a:cubicBezTo>
                  <a:pt x="936308" y="1184339"/>
                  <a:pt x="916591" y="1181862"/>
                  <a:pt x="896874" y="1176909"/>
                </a:cubicBezTo>
                <a:cubicBezTo>
                  <a:pt x="877157" y="1171956"/>
                  <a:pt x="857440" y="1164622"/>
                  <a:pt x="837724" y="1154716"/>
                </a:cubicBezTo>
                <a:lnTo>
                  <a:pt x="745712" y="1108710"/>
                </a:lnTo>
                <a:cubicBezTo>
                  <a:pt x="732568" y="1102138"/>
                  <a:pt x="718566" y="1097185"/>
                  <a:pt x="703802" y="1093946"/>
                </a:cubicBezTo>
                <a:cubicBezTo>
                  <a:pt x="689038" y="1090708"/>
                  <a:pt x="673418" y="1088993"/>
                  <a:pt x="657035" y="1088993"/>
                </a:cubicBezTo>
                <a:cubicBezTo>
                  <a:pt x="640652" y="1088993"/>
                  <a:pt x="625031" y="1090613"/>
                  <a:pt x="610267" y="1093946"/>
                </a:cubicBezTo>
                <a:cubicBezTo>
                  <a:pt x="595503" y="1097280"/>
                  <a:pt x="581501" y="1102138"/>
                  <a:pt x="568357" y="1108710"/>
                </a:cubicBezTo>
                <a:lnTo>
                  <a:pt x="476345" y="1154716"/>
                </a:lnTo>
                <a:cubicBezTo>
                  <a:pt x="455581" y="1165670"/>
                  <a:pt x="435007" y="1173575"/>
                  <a:pt x="414719" y="1178528"/>
                </a:cubicBezTo>
                <a:cubicBezTo>
                  <a:pt x="394430" y="1183481"/>
                  <a:pt x="373951" y="1185386"/>
                  <a:pt x="353092" y="1184243"/>
                </a:cubicBezTo>
                <a:close/>
                <a:moveTo>
                  <a:pt x="356425" y="1052894"/>
                </a:moveTo>
                <a:cubicBezTo>
                  <a:pt x="366236" y="1052894"/>
                  <a:pt x="376428" y="1051846"/>
                  <a:pt x="386810" y="1049655"/>
                </a:cubicBezTo>
                <a:cubicBezTo>
                  <a:pt x="397193" y="1047464"/>
                  <a:pt x="407384" y="1043654"/>
                  <a:pt x="417195" y="1038130"/>
                </a:cubicBezTo>
                <a:lnTo>
                  <a:pt x="509207" y="992124"/>
                </a:lnTo>
                <a:cubicBezTo>
                  <a:pt x="532162" y="980123"/>
                  <a:pt x="555974" y="971360"/>
                  <a:pt x="580644" y="965835"/>
                </a:cubicBezTo>
                <a:cubicBezTo>
                  <a:pt x="605314" y="960311"/>
                  <a:pt x="630174" y="957644"/>
                  <a:pt x="655415" y="957644"/>
                </a:cubicBezTo>
                <a:cubicBezTo>
                  <a:pt x="680657" y="957644"/>
                  <a:pt x="705803" y="960406"/>
                  <a:pt x="730949" y="965835"/>
                </a:cubicBezTo>
                <a:cubicBezTo>
                  <a:pt x="756095" y="971264"/>
                  <a:pt x="780193" y="980027"/>
                  <a:pt x="803243" y="992124"/>
                </a:cubicBezTo>
                <a:lnTo>
                  <a:pt x="896874" y="1038130"/>
                </a:lnTo>
                <a:cubicBezTo>
                  <a:pt x="906685" y="1043559"/>
                  <a:pt x="916591" y="1047464"/>
                  <a:pt x="926402" y="1049655"/>
                </a:cubicBezTo>
                <a:cubicBezTo>
                  <a:pt x="936212" y="1051846"/>
                  <a:pt x="946118" y="1052894"/>
                  <a:pt x="955929" y="1052894"/>
                </a:cubicBezTo>
                <a:cubicBezTo>
                  <a:pt x="976694" y="1052894"/>
                  <a:pt x="996410" y="1047464"/>
                  <a:pt x="1015079" y="1036511"/>
                </a:cubicBezTo>
                <a:cubicBezTo>
                  <a:pt x="1033653" y="1025557"/>
                  <a:pt x="1052322" y="1009174"/>
                  <a:pt x="1070896" y="987266"/>
                </a:cubicBezTo>
                <a:cubicBezTo>
                  <a:pt x="1105948" y="945642"/>
                  <a:pt x="1133285" y="895826"/>
                  <a:pt x="1153001" y="837819"/>
                </a:cubicBezTo>
                <a:cubicBezTo>
                  <a:pt x="1172718" y="779812"/>
                  <a:pt x="1182529" y="720090"/>
                  <a:pt x="1182529" y="658749"/>
                </a:cubicBezTo>
                <a:cubicBezTo>
                  <a:pt x="1182529" y="511969"/>
                  <a:pt x="1131570" y="387477"/>
                  <a:pt x="1029748" y="285083"/>
                </a:cubicBezTo>
                <a:cubicBezTo>
                  <a:pt x="927926" y="182690"/>
                  <a:pt x="803624" y="131540"/>
                  <a:pt x="656844" y="131540"/>
                </a:cubicBezTo>
                <a:cubicBezTo>
                  <a:pt x="510064" y="131540"/>
                  <a:pt x="385858" y="182975"/>
                  <a:pt x="283940" y="285941"/>
                </a:cubicBezTo>
                <a:cubicBezTo>
                  <a:pt x="182118" y="388906"/>
                  <a:pt x="131159" y="513683"/>
                  <a:pt x="131159" y="660463"/>
                </a:cubicBezTo>
                <a:cubicBezTo>
                  <a:pt x="131159" y="722852"/>
                  <a:pt x="141256" y="783622"/>
                  <a:pt x="161544" y="842772"/>
                </a:cubicBezTo>
                <a:cubicBezTo>
                  <a:pt x="181832" y="901922"/>
                  <a:pt x="210026" y="951738"/>
                  <a:pt x="246126" y="992219"/>
                </a:cubicBezTo>
                <a:cubicBezTo>
                  <a:pt x="264700" y="1014127"/>
                  <a:pt x="282797" y="1029748"/>
                  <a:pt x="300323" y="1038987"/>
                </a:cubicBezTo>
                <a:cubicBezTo>
                  <a:pt x="317849" y="1048322"/>
                  <a:pt x="336423" y="1052989"/>
                  <a:pt x="356140" y="1052989"/>
                </a:cubicBezTo>
                <a:close/>
                <a:moveTo>
                  <a:pt x="657035" y="788480"/>
                </a:moveTo>
                <a:cubicBezTo>
                  <a:pt x="693134" y="788480"/>
                  <a:pt x="724090" y="775621"/>
                  <a:pt x="749808" y="749903"/>
                </a:cubicBezTo>
                <a:cubicBezTo>
                  <a:pt x="775526" y="724186"/>
                  <a:pt x="788384" y="693230"/>
                  <a:pt x="788384" y="657130"/>
                </a:cubicBezTo>
                <a:cubicBezTo>
                  <a:pt x="788384" y="648367"/>
                  <a:pt x="787527" y="639604"/>
                  <a:pt x="785908" y="630841"/>
                </a:cubicBezTo>
                <a:cubicBezTo>
                  <a:pt x="784288" y="622078"/>
                  <a:pt x="781812" y="613315"/>
                  <a:pt x="778478" y="604552"/>
                </a:cubicBezTo>
                <a:lnTo>
                  <a:pt x="860584" y="494538"/>
                </a:lnTo>
                <a:cubicBezTo>
                  <a:pt x="871538" y="508730"/>
                  <a:pt x="881158" y="523875"/>
                  <a:pt x="889349" y="539687"/>
                </a:cubicBezTo>
                <a:cubicBezTo>
                  <a:pt x="897541" y="555593"/>
                  <a:pt x="904399" y="572834"/>
                  <a:pt x="909923" y="591407"/>
                </a:cubicBezTo>
                <a:lnTo>
                  <a:pt x="1044607" y="591407"/>
                </a:lnTo>
                <a:cubicBezTo>
                  <a:pt x="1028224" y="495014"/>
                  <a:pt x="983552" y="416243"/>
                  <a:pt x="910781" y="354901"/>
                </a:cubicBezTo>
                <a:cubicBezTo>
                  <a:pt x="837914" y="293561"/>
                  <a:pt x="753332" y="262890"/>
                  <a:pt x="657035" y="262890"/>
                </a:cubicBezTo>
                <a:cubicBezTo>
                  <a:pt x="560737" y="262890"/>
                  <a:pt x="475774" y="293846"/>
                  <a:pt x="402431" y="355664"/>
                </a:cubicBezTo>
                <a:cubicBezTo>
                  <a:pt x="329089" y="417576"/>
                  <a:pt x="284702" y="496062"/>
                  <a:pt x="269367" y="591407"/>
                </a:cubicBezTo>
                <a:lnTo>
                  <a:pt x="404050" y="591407"/>
                </a:lnTo>
                <a:cubicBezTo>
                  <a:pt x="419386" y="532257"/>
                  <a:pt x="450628" y="484632"/>
                  <a:pt x="497681" y="448532"/>
                </a:cubicBezTo>
                <a:cubicBezTo>
                  <a:pt x="544735" y="412433"/>
                  <a:pt x="597884" y="394335"/>
                  <a:pt x="657035" y="394335"/>
                </a:cubicBezTo>
                <a:cubicBezTo>
                  <a:pt x="675608" y="394335"/>
                  <a:pt x="693134" y="395954"/>
                  <a:pt x="709613" y="399288"/>
                </a:cubicBezTo>
                <a:cubicBezTo>
                  <a:pt x="726091" y="402622"/>
                  <a:pt x="741902" y="407480"/>
                  <a:pt x="757238" y="414052"/>
                </a:cubicBezTo>
                <a:lnTo>
                  <a:pt x="673513" y="527399"/>
                </a:lnTo>
                <a:cubicBezTo>
                  <a:pt x="671322" y="527399"/>
                  <a:pt x="668560" y="527114"/>
                  <a:pt x="665321" y="526542"/>
                </a:cubicBezTo>
                <a:cubicBezTo>
                  <a:pt x="662083" y="525971"/>
                  <a:pt x="659321" y="525685"/>
                  <a:pt x="657130" y="525685"/>
                </a:cubicBezTo>
                <a:cubicBezTo>
                  <a:pt x="621030" y="525685"/>
                  <a:pt x="590074" y="538544"/>
                  <a:pt x="564356" y="564261"/>
                </a:cubicBezTo>
                <a:cubicBezTo>
                  <a:pt x="538639" y="589979"/>
                  <a:pt x="525780" y="620935"/>
                  <a:pt x="525780" y="657035"/>
                </a:cubicBezTo>
                <a:cubicBezTo>
                  <a:pt x="525780" y="693134"/>
                  <a:pt x="538639" y="724090"/>
                  <a:pt x="564356" y="749808"/>
                </a:cubicBezTo>
                <a:cubicBezTo>
                  <a:pt x="590074" y="775526"/>
                  <a:pt x="621030" y="788384"/>
                  <a:pt x="657130" y="78838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876" name="Google Shape;876;p34"/>
          <p:cNvGrpSpPr/>
          <p:nvPr/>
        </p:nvGrpSpPr>
        <p:grpSpPr>
          <a:xfrm>
            <a:off x="1456391" y="4481247"/>
            <a:ext cx="620486" cy="620486"/>
            <a:chOff x="4876800" y="2209800"/>
            <a:chExt cx="2438400" cy="2438400"/>
          </a:xfrm>
        </p:grpSpPr>
        <p:sp>
          <p:nvSpPr>
            <p:cNvPr id="877" name="Google Shape;877;p34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881" name="Google Shape;881;p34"/>
          <p:cNvGrpSpPr/>
          <p:nvPr/>
        </p:nvGrpSpPr>
        <p:grpSpPr>
          <a:xfrm>
            <a:off x="10605229" y="2162151"/>
            <a:ext cx="406400" cy="406400"/>
            <a:chOff x="4876800" y="2209800"/>
            <a:chExt cx="2438400" cy="2438400"/>
          </a:xfrm>
        </p:grpSpPr>
        <p:sp>
          <p:nvSpPr>
            <p:cNvPr id="882" name="Google Shape;882;p34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" name="Google Shape;890;p35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891" name="Google Shape;891;p35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6" name="Google Shape;896;p35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7" name="Google Shape;897;p35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1" name="Google Shape;901;p35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2" name="Google Shape;902;p35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3" name="Google Shape;903;p35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4" name="Google Shape;904;p35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5" name="Google Shape;905;p35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6" name="Google Shape;906;p35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7" name="Google Shape;907;p35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8" name="Google Shape;908;p35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9" name="Google Shape;909;p35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0" name="Google Shape;910;p35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6" name="Google Shape;916;p35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7" name="Google Shape;917;p35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8" name="Google Shape;918;p35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6" name="Google Shape;926;p35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8" name="Google Shape;928;p35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9" name="Google Shape;929;p35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1" name="Google Shape;931;p35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2" name="Google Shape;932;p35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4" name="Google Shape;934;p35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5" name="Google Shape;935;p35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6" name="Google Shape;936;p35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7" name="Google Shape;937;p35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8" name="Google Shape;938;p35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9" name="Google Shape;939;p35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0" name="Google Shape;940;p35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1" name="Google Shape;941;p35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2" name="Google Shape;942;p35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3" name="Google Shape;943;p35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4" name="Google Shape;944;p35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5" name="Google Shape;945;p35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6" name="Google Shape;946;p35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7" name="Google Shape;947;p35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8" name="Google Shape;948;p35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9" name="Google Shape;949;p35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0" name="Google Shape;950;p35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1" name="Google Shape;951;p35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2" name="Google Shape;952;p35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3" name="Google Shape;953;p35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957" name="Google Shape;957;p35"/>
          <p:cNvSpPr/>
          <p:nvPr/>
        </p:nvSpPr>
        <p:spPr>
          <a:xfrm>
            <a:off x="5989963" y="2397855"/>
            <a:ext cx="2509176" cy="806719"/>
          </a:xfrm>
          <a:custGeom>
            <a:rect b="b" l="l" r="r" t="t"/>
            <a:pathLst>
              <a:path extrusionOk="0" h="806719" w="2509176">
                <a:moveTo>
                  <a:pt x="0" y="348978"/>
                </a:moveTo>
                <a:cubicBezTo>
                  <a:pt x="700405" y="1361440"/>
                  <a:pt x="863335" y="207383"/>
                  <a:pt x="1396092" y="623934"/>
                </a:cubicBezTo>
                <a:cubicBezTo>
                  <a:pt x="1989700" y="1082332"/>
                  <a:pt x="2060889" y="605423"/>
                  <a:pt x="250917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958" name="Google Shape;958;p35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959" name="Google Shape;959;p35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961" name="Google Shape;961;p35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962" name="Google Shape;962;p35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64" name="Google Shape;964;p35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65" name="Google Shape;965;p35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66" name="Google Shape;966;p35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967" name="Google Shape;967;p35"/>
          <p:cNvGrpSpPr/>
          <p:nvPr/>
        </p:nvGrpSpPr>
        <p:grpSpPr>
          <a:xfrm rot="-180000">
            <a:off x="2527639" y="2054342"/>
            <a:ext cx="3973198" cy="972680"/>
            <a:chOff x="4205287" y="3000375"/>
            <a:chExt cx="3781425" cy="857250"/>
          </a:xfrm>
        </p:grpSpPr>
        <p:sp>
          <p:nvSpPr>
            <p:cNvPr id="968" name="Google Shape;968;p35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970" name="Google Shape;970;p35"/>
          <p:cNvSpPr txBox="1"/>
          <p:nvPr/>
        </p:nvSpPr>
        <p:spPr>
          <a:xfrm>
            <a:off x="664225" y="2255452"/>
            <a:ext cx="16729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Team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971" name="Google Shape;971;p35"/>
          <p:cNvSpPr txBox="1"/>
          <p:nvPr/>
        </p:nvSpPr>
        <p:spPr>
          <a:xfrm rot="-180000">
            <a:off x="2697616" y="2190024"/>
            <a:ext cx="3642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Introduction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972" name="Google Shape;972;p35"/>
          <p:cNvSpPr txBox="1"/>
          <p:nvPr/>
        </p:nvSpPr>
        <p:spPr>
          <a:xfrm>
            <a:off x="6523569" y="4023668"/>
            <a:ext cx="1593218" cy="29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CEO of Company Name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73" name="Google Shape;973;p35"/>
          <p:cNvSpPr txBox="1"/>
          <p:nvPr/>
        </p:nvSpPr>
        <p:spPr>
          <a:xfrm>
            <a:off x="6523567" y="3750725"/>
            <a:ext cx="15093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Gabriel Smith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974" name="Google Shape;974;p35"/>
          <p:cNvSpPr txBox="1"/>
          <p:nvPr/>
        </p:nvSpPr>
        <p:spPr>
          <a:xfrm>
            <a:off x="4143226" y="6068686"/>
            <a:ext cx="1593218" cy="29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CMO of Company Name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75" name="Google Shape;975;p35"/>
          <p:cNvSpPr txBox="1"/>
          <p:nvPr/>
        </p:nvSpPr>
        <p:spPr>
          <a:xfrm>
            <a:off x="4143225" y="5795743"/>
            <a:ext cx="14092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Dylan Mercer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976" name="Google Shape;976;p35"/>
          <p:cNvSpPr txBox="1"/>
          <p:nvPr/>
        </p:nvSpPr>
        <p:spPr>
          <a:xfrm>
            <a:off x="625104" y="6068686"/>
            <a:ext cx="1593218" cy="29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CFO of Company Name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77" name="Google Shape;977;p35"/>
          <p:cNvSpPr txBox="1"/>
          <p:nvPr/>
        </p:nvSpPr>
        <p:spPr>
          <a:xfrm>
            <a:off x="625102" y="5795743"/>
            <a:ext cx="10227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Lila Hart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978" name="Google Shape;978;p35"/>
          <p:cNvSpPr txBox="1"/>
          <p:nvPr/>
        </p:nvSpPr>
        <p:spPr>
          <a:xfrm>
            <a:off x="595837" y="3781812"/>
            <a:ext cx="19659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Driving Innovation with Advanced AI Systems</a:t>
            </a:r>
            <a:endParaRPr sz="14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979" name="Google Shape;979;p35"/>
          <p:cNvGrpSpPr/>
          <p:nvPr/>
        </p:nvGrpSpPr>
        <p:grpSpPr>
          <a:xfrm>
            <a:off x="4264131" y="4120585"/>
            <a:ext cx="675704" cy="675704"/>
            <a:chOff x="4876800" y="2209800"/>
            <a:chExt cx="2438400" cy="2438400"/>
          </a:xfrm>
        </p:grpSpPr>
        <p:sp>
          <p:nvSpPr>
            <p:cNvPr id="980" name="Google Shape;980;p35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984" name="Google Shape;984;p35"/>
          <p:cNvPicPr preferRelativeResize="0"/>
          <p:nvPr>
            <p:ph idx="2" type="pic"/>
          </p:nvPr>
        </p:nvPicPr>
        <p:blipFill/>
        <p:spPr>
          <a:xfrm>
            <a:off x="8476025" y="2206646"/>
            <a:ext cx="3020649" cy="410207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985" name="Google Shape;985;p35"/>
          <p:cNvPicPr preferRelativeResize="0"/>
          <p:nvPr>
            <p:ph idx="3" type="pic"/>
          </p:nvPr>
        </p:nvPicPr>
        <p:blipFill/>
        <p:spPr>
          <a:xfrm>
            <a:off x="5898810" y="4807974"/>
            <a:ext cx="1249514" cy="1500751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986" name="Google Shape;986;p35"/>
          <p:cNvPicPr preferRelativeResize="0"/>
          <p:nvPr>
            <p:ph idx="4" type="pic"/>
          </p:nvPr>
        </p:nvPicPr>
        <p:blipFill/>
        <p:spPr>
          <a:xfrm>
            <a:off x="2380688" y="4807974"/>
            <a:ext cx="1249514" cy="1500751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987" name="Google Shape;987;p35"/>
          <p:cNvSpPr/>
          <p:nvPr/>
        </p:nvSpPr>
        <p:spPr>
          <a:xfrm>
            <a:off x="8253738" y="1951037"/>
            <a:ext cx="715298" cy="7152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88" name="Google Shape;988;p35"/>
          <p:cNvSpPr/>
          <p:nvPr/>
        </p:nvSpPr>
        <p:spPr>
          <a:xfrm>
            <a:off x="8421180" y="2203484"/>
            <a:ext cx="352456" cy="211486"/>
          </a:xfrm>
          <a:custGeom>
            <a:rect b="b" l="l" r="r" t="t"/>
            <a:pathLst>
              <a:path extrusionOk="0" h="603027" w="1004982">
                <a:moveTo>
                  <a:pt x="301466" y="603028"/>
                </a:moveTo>
                <a:lnTo>
                  <a:pt x="0" y="301562"/>
                </a:lnTo>
                <a:lnTo>
                  <a:pt x="301466" y="95"/>
                </a:lnTo>
                <a:lnTo>
                  <a:pt x="373094" y="71723"/>
                </a:lnTo>
                <a:lnTo>
                  <a:pt x="141923" y="302800"/>
                </a:lnTo>
                <a:lnTo>
                  <a:pt x="371761" y="532638"/>
                </a:lnTo>
                <a:lnTo>
                  <a:pt x="301371" y="603028"/>
                </a:lnTo>
                <a:close/>
                <a:moveTo>
                  <a:pt x="703421" y="603028"/>
                </a:moveTo>
                <a:lnTo>
                  <a:pt x="631793" y="531400"/>
                </a:lnTo>
                <a:lnTo>
                  <a:pt x="862965" y="300228"/>
                </a:lnTo>
                <a:lnTo>
                  <a:pt x="633127" y="70390"/>
                </a:lnTo>
                <a:lnTo>
                  <a:pt x="703517" y="0"/>
                </a:lnTo>
                <a:lnTo>
                  <a:pt x="1004983" y="301466"/>
                </a:lnTo>
                <a:lnTo>
                  <a:pt x="703517" y="60293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oogle Shape;993;p36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994" name="Google Shape;994;p36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4" name="Google Shape;1034;p36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5" name="Google Shape;1035;p36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6" name="Google Shape;1036;p36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7" name="Google Shape;1037;p36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8" name="Google Shape;1038;p36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39" name="Google Shape;1039;p36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0" name="Google Shape;1040;p36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1" name="Google Shape;1041;p36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2" name="Google Shape;1042;p36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3" name="Google Shape;1043;p36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4" name="Google Shape;1044;p36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6" name="Google Shape;1046;p36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7" name="Google Shape;1047;p36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8" name="Google Shape;1048;p36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49" name="Google Shape;1049;p36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2" name="Google Shape;1052;p36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6" name="Google Shape;1056;p36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7" name="Google Shape;1057;p36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060" name="Google Shape;1060;p36"/>
          <p:cNvSpPr/>
          <p:nvPr/>
        </p:nvSpPr>
        <p:spPr>
          <a:xfrm>
            <a:off x="5520063" y="2202502"/>
            <a:ext cx="3080676" cy="1359816"/>
          </a:xfrm>
          <a:custGeom>
            <a:rect b="b" l="l" r="r" t="t"/>
            <a:pathLst>
              <a:path extrusionOk="0" h="1359816" w="3080676">
                <a:moveTo>
                  <a:pt x="0" y="163330"/>
                </a:moveTo>
                <a:cubicBezTo>
                  <a:pt x="598805" y="-221208"/>
                  <a:pt x="1053835" y="110635"/>
                  <a:pt x="1319892" y="768486"/>
                </a:cubicBezTo>
                <a:cubicBezTo>
                  <a:pt x="1596000" y="1391984"/>
                  <a:pt x="2378389" y="1550075"/>
                  <a:pt x="3080676" y="1109752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061" name="Google Shape;1061;p36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062" name="Google Shape;1062;p36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63" name="Google Shape;1063;p36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064" name="Google Shape;1064;p36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65" name="Google Shape;1065;p36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66" name="Google Shape;1066;p36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67" name="Google Shape;1067;p36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68" name="Google Shape;1068;p36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69" name="Google Shape;1069;p36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070" name="Google Shape;1070;p36"/>
          <p:cNvGrpSpPr/>
          <p:nvPr/>
        </p:nvGrpSpPr>
        <p:grpSpPr>
          <a:xfrm flipH="1" rot="201040">
            <a:off x="8267942" y="2709469"/>
            <a:ext cx="3203046" cy="972680"/>
            <a:chOff x="4205287" y="3000375"/>
            <a:chExt cx="3781425" cy="857250"/>
          </a:xfrm>
        </p:grpSpPr>
        <p:sp>
          <p:nvSpPr>
            <p:cNvPr id="1071" name="Google Shape;1071;p36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72" name="Google Shape;1072;p36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073" name="Google Shape;1073;p36"/>
          <p:cNvSpPr txBox="1"/>
          <p:nvPr/>
        </p:nvSpPr>
        <p:spPr>
          <a:xfrm>
            <a:off x="8198354" y="1817920"/>
            <a:ext cx="355995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Milestones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74" name="Google Shape;1074;p36"/>
          <p:cNvSpPr txBox="1"/>
          <p:nvPr/>
        </p:nvSpPr>
        <p:spPr>
          <a:xfrm flipH="1" rot="216266">
            <a:off x="8536638" y="2845151"/>
            <a:ext cx="27138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Achieved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75" name="Google Shape;1075;p36"/>
          <p:cNvSpPr txBox="1"/>
          <p:nvPr/>
        </p:nvSpPr>
        <p:spPr>
          <a:xfrm>
            <a:off x="626641" y="2995688"/>
            <a:ext cx="252042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76" name="Google Shape;1076;p36"/>
          <p:cNvSpPr txBox="1"/>
          <p:nvPr/>
        </p:nvSpPr>
        <p:spPr>
          <a:xfrm>
            <a:off x="626639" y="2600825"/>
            <a:ext cx="2798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Prototype Development - 01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77" name="Google Shape;1077;p36"/>
          <p:cNvSpPr txBox="1"/>
          <p:nvPr/>
        </p:nvSpPr>
        <p:spPr>
          <a:xfrm>
            <a:off x="3870291" y="3678467"/>
            <a:ext cx="252042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78" name="Google Shape;1078;p36"/>
          <p:cNvSpPr txBox="1"/>
          <p:nvPr/>
        </p:nvSpPr>
        <p:spPr>
          <a:xfrm>
            <a:off x="3870289" y="3283604"/>
            <a:ext cx="266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Strategic Partnerships - 02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79" name="Google Shape;1079;p36"/>
          <p:cNvSpPr txBox="1"/>
          <p:nvPr/>
        </p:nvSpPr>
        <p:spPr>
          <a:xfrm>
            <a:off x="626641" y="4926088"/>
            <a:ext cx="252042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0" name="Google Shape;1080;p36"/>
          <p:cNvSpPr txBox="1"/>
          <p:nvPr/>
        </p:nvSpPr>
        <p:spPr>
          <a:xfrm>
            <a:off x="626638" y="4531225"/>
            <a:ext cx="25204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Beta Testin</a:t>
            </a:r>
            <a:r>
              <a:rPr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g Success - 03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81" name="Google Shape;1081;p36"/>
          <p:cNvSpPr txBox="1"/>
          <p:nvPr/>
        </p:nvSpPr>
        <p:spPr>
          <a:xfrm>
            <a:off x="3870291" y="5608867"/>
            <a:ext cx="252042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2" name="Google Shape;1082;p36"/>
          <p:cNvSpPr txBox="1"/>
          <p:nvPr/>
        </p:nvSpPr>
        <p:spPr>
          <a:xfrm>
            <a:off x="3870289" y="5214004"/>
            <a:ext cx="24213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Commercial Launch - 04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083" name="Google Shape;1083;p36"/>
          <p:cNvSpPr/>
          <p:nvPr/>
        </p:nvSpPr>
        <p:spPr>
          <a:xfrm>
            <a:off x="5208574" y="2053807"/>
            <a:ext cx="506426" cy="5064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4" name="Google Shape;1084;p36"/>
          <p:cNvSpPr/>
          <p:nvPr/>
        </p:nvSpPr>
        <p:spPr>
          <a:xfrm>
            <a:off x="5349068" y="2194275"/>
            <a:ext cx="225438" cy="225490"/>
          </a:xfrm>
          <a:custGeom>
            <a:rect b="b" l="l" r="r" t="t"/>
            <a:pathLst>
              <a:path extrusionOk="0" h="850582" w="850392">
                <a:moveTo>
                  <a:pt x="425101" y="765524"/>
                </a:moveTo>
                <a:cubicBezTo>
                  <a:pt x="478250" y="765524"/>
                  <a:pt x="523399" y="746951"/>
                  <a:pt x="560642" y="709708"/>
                </a:cubicBezTo>
                <a:cubicBezTo>
                  <a:pt x="597884" y="672465"/>
                  <a:pt x="616458" y="627317"/>
                  <a:pt x="616458" y="574167"/>
                </a:cubicBezTo>
                <a:cubicBezTo>
                  <a:pt x="616458" y="521018"/>
                  <a:pt x="597884" y="475869"/>
                  <a:pt x="560642" y="438626"/>
                </a:cubicBezTo>
                <a:cubicBezTo>
                  <a:pt x="523399" y="401384"/>
                  <a:pt x="478250" y="382810"/>
                  <a:pt x="425101" y="382810"/>
                </a:cubicBezTo>
                <a:cubicBezTo>
                  <a:pt x="371951" y="382810"/>
                  <a:pt x="326803" y="401384"/>
                  <a:pt x="289560" y="438626"/>
                </a:cubicBezTo>
                <a:cubicBezTo>
                  <a:pt x="252317" y="475869"/>
                  <a:pt x="233744" y="521018"/>
                  <a:pt x="233744" y="574167"/>
                </a:cubicBezTo>
                <a:cubicBezTo>
                  <a:pt x="233744" y="627317"/>
                  <a:pt x="252317" y="672465"/>
                  <a:pt x="289560" y="709708"/>
                </a:cubicBezTo>
                <a:cubicBezTo>
                  <a:pt x="326803" y="746951"/>
                  <a:pt x="371951" y="765524"/>
                  <a:pt x="425101" y="765524"/>
                </a:cubicBezTo>
                <a:close/>
                <a:moveTo>
                  <a:pt x="300704" y="327470"/>
                </a:moveTo>
                <a:cubicBezTo>
                  <a:pt x="314897" y="319659"/>
                  <a:pt x="329946" y="313468"/>
                  <a:pt x="345853" y="308896"/>
                </a:cubicBezTo>
                <a:cubicBezTo>
                  <a:pt x="361760" y="304324"/>
                  <a:pt x="377952" y="301276"/>
                  <a:pt x="394240" y="299847"/>
                </a:cubicBezTo>
                <a:lnTo>
                  <a:pt x="286893" y="85058"/>
                </a:lnTo>
                <a:lnTo>
                  <a:pt x="180594" y="85058"/>
                </a:lnTo>
                <a:lnTo>
                  <a:pt x="300704" y="327470"/>
                </a:lnTo>
                <a:close/>
                <a:moveTo>
                  <a:pt x="549497" y="327470"/>
                </a:moveTo>
                <a:lnTo>
                  <a:pt x="670655" y="85058"/>
                </a:lnTo>
                <a:lnTo>
                  <a:pt x="563309" y="85058"/>
                </a:lnTo>
                <a:lnTo>
                  <a:pt x="472916" y="265843"/>
                </a:lnTo>
                <a:lnTo>
                  <a:pt x="493109" y="306229"/>
                </a:lnTo>
                <a:cubicBezTo>
                  <a:pt x="503015" y="309086"/>
                  <a:pt x="512636" y="312039"/>
                  <a:pt x="521780" y="315278"/>
                </a:cubicBezTo>
                <a:cubicBezTo>
                  <a:pt x="530924" y="318516"/>
                  <a:pt x="540163" y="322517"/>
                  <a:pt x="549402" y="327470"/>
                </a:cubicBezTo>
                <a:close/>
                <a:moveTo>
                  <a:pt x="186976" y="714470"/>
                </a:moveTo>
                <a:cubicBezTo>
                  <a:pt x="174879" y="693896"/>
                  <a:pt x="165545" y="671798"/>
                  <a:pt x="158782" y="647986"/>
                </a:cubicBezTo>
                <a:cubicBezTo>
                  <a:pt x="152019" y="624269"/>
                  <a:pt x="148685" y="599599"/>
                  <a:pt x="148685" y="574072"/>
                </a:cubicBezTo>
                <a:cubicBezTo>
                  <a:pt x="148685" y="548545"/>
                  <a:pt x="152019" y="523970"/>
                  <a:pt x="158782" y="500158"/>
                </a:cubicBezTo>
                <a:cubicBezTo>
                  <a:pt x="165545" y="476345"/>
                  <a:pt x="174879" y="454247"/>
                  <a:pt x="186976" y="433673"/>
                </a:cubicBezTo>
                <a:cubicBezTo>
                  <a:pt x="157163" y="443579"/>
                  <a:pt x="132779" y="461105"/>
                  <a:pt x="113633" y="486347"/>
                </a:cubicBezTo>
                <a:cubicBezTo>
                  <a:pt x="94488" y="511588"/>
                  <a:pt x="84963" y="540734"/>
                  <a:pt x="84963" y="574072"/>
                </a:cubicBezTo>
                <a:cubicBezTo>
                  <a:pt x="84963" y="607409"/>
                  <a:pt x="94488" y="636651"/>
                  <a:pt x="113633" y="661797"/>
                </a:cubicBezTo>
                <a:cubicBezTo>
                  <a:pt x="132779" y="686943"/>
                  <a:pt x="157258" y="704469"/>
                  <a:pt x="186976" y="714470"/>
                </a:cubicBezTo>
                <a:close/>
                <a:moveTo>
                  <a:pt x="663321" y="714470"/>
                </a:moveTo>
                <a:cubicBezTo>
                  <a:pt x="693134" y="704564"/>
                  <a:pt x="717518" y="687038"/>
                  <a:pt x="736664" y="661797"/>
                </a:cubicBezTo>
                <a:cubicBezTo>
                  <a:pt x="755809" y="636651"/>
                  <a:pt x="765334" y="607409"/>
                  <a:pt x="765334" y="574072"/>
                </a:cubicBezTo>
                <a:cubicBezTo>
                  <a:pt x="765334" y="540734"/>
                  <a:pt x="755809" y="511493"/>
                  <a:pt x="736664" y="486347"/>
                </a:cubicBezTo>
                <a:cubicBezTo>
                  <a:pt x="717518" y="461200"/>
                  <a:pt x="693039" y="443675"/>
                  <a:pt x="663321" y="433673"/>
                </a:cubicBezTo>
                <a:cubicBezTo>
                  <a:pt x="675418" y="454247"/>
                  <a:pt x="684752" y="476345"/>
                  <a:pt x="691515" y="500158"/>
                </a:cubicBezTo>
                <a:cubicBezTo>
                  <a:pt x="698278" y="523875"/>
                  <a:pt x="701612" y="548545"/>
                  <a:pt x="701612" y="574072"/>
                </a:cubicBezTo>
                <a:cubicBezTo>
                  <a:pt x="701612" y="599599"/>
                  <a:pt x="698278" y="624173"/>
                  <a:pt x="691515" y="647986"/>
                </a:cubicBezTo>
                <a:cubicBezTo>
                  <a:pt x="684752" y="671703"/>
                  <a:pt x="675418" y="693896"/>
                  <a:pt x="663321" y="714470"/>
                </a:cubicBezTo>
                <a:close/>
                <a:moveTo>
                  <a:pt x="425196" y="850583"/>
                </a:moveTo>
                <a:cubicBezTo>
                  <a:pt x="396812" y="850583"/>
                  <a:pt x="369761" y="846487"/>
                  <a:pt x="343853" y="838390"/>
                </a:cubicBezTo>
                <a:cubicBezTo>
                  <a:pt x="317945" y="830199"/>
                  <a:pt x="294037" y="819055"/>
                  <a:pt x="272129" y="804863"/>
                </a:cubicBezTo>
                <a:cubicBezTo>
                  <a:pt x="265748" y="806291"/>
                  <a:pt x="259366" y="807149"/>
                  <a:pt x="252984" y="807530"/>
                </a:cubicBezTo>
                <a:cubicBezTo>
                  <a:pt x="246602" y="807911"/>
                  <a:pt x="239840" y="808101"/>
                  <a:pt x="232791" y="808101"/>
                </a:cubicBezTo>
                <a:cubicBezTo>
                  <a:pt x="168307" y="808101"/>
                  <a:pt x="113348" y="785432"/>
                  <a:pt x="68009" y="740093"/>
                </a:cubicBezTo>
                <a:cubicBezTo>
                  <a:pt x="22670" y="694754"/>
                  <a:pt x="0" y="639794"/>
                  <a:pt x="0" y="575310"/>
                </a:cubicBezTo>
                <a:cubicBezTo>
                  <a:pt x="0" y="510826"/>
                  <a:pt x="20574" y="460820"/>
                  <a:pt x="61627" y="416909"/>
                </a:cubicBezTo>
                <a:cubicBezTo>
                  <a:pt x="102775" y="372999"/>
                  <a:pt x="153448" y="348520"/>
                  <a:pt x="213646" y="343567"/>
                </a:cubicBezTo>
                <a:lnTo>
                  <a:pt x="42291" y="0"/>
                </a:lnTo>
                <a:lnTo>
                  <a:pt x="339947" y="0"/>
                </a:lnTo>
                <a:lnTo>
                  <a:pt x="425006" y="170117"/>
                </a:lnTo>
                <a:lnTo>
                  <a:pt x="510159" y="0"/>
                </a:lnTo>
                <a:lnTo>
                  <a:pt x="807815" y="0"/>
                </a:lnTo>
                <a:lnTo>
                  <a:pt x="637699" y="341281"/>
                </a:lnTo>
                <a:cubicBezTo>
                  <a:pt x="697992" y="346996"/>
                  <a:pt x="748475" y="371761"/>
                  <a:pt x="789242" y="415671"/>
                </a:cubicBezTo>
                <a:cubicBezTo>
                  <a:pt x="830009" y="459581"/>
                  <a:pt x="850392" y="512445"/>
                  <a:pt x="850392" y="574072"/>
                </a:cubicBezTo>
                <a:cubicBezTo>
                  <a:pt x="850392" y="639318"/>
                  <a:pt x="827723" y="694563"/>
                  <a:pt x="782384" y="739902"/>
                </a:cubicBezTo>
                <a:cubicBezTo>
                  <a:pt x="737045" y="785241"/>
                  <a:pt x="681704" y="807911"/>
                  <a:pt x="616553" y="807911"/>
                </a:cubicBezTo>
                <a:cubicBezTo>
                  <a:pt x="610172" y="807911"/>
                  <a:pt x="603599" y="807720"/>
                  <a:pt x="596932" y="807339"/>
                </a:cubicBezTo>
                <a:cubicBezTo>
                  <a:pt x="590264" y="806958"/>
                  <a:pt x="583597" y="806101"/>
                  <a:pt x="577310" y="804672"/>
                </a:cubicBezTo>
                <a:cubicBezTo>
                  <a:pt x="555308" y="818864"/>
                  <a:pt x="531590" y="830009"/>
                  <a:pt x="506063" y="838200"/>
                </a:cubicBezTo>
                <a:cubicBezTo>
                  <a:pt x="480536" y="846392"/>
                  <a:pt x="453581" y="850392"/>
                  <a:pt x="425291" y="850392"/>
                </a:cubicBezTo>
                <a:close/>
                <a:moveTo>
                  <a:pt x="300800" y="327470"/>
                </a:moveTo>
                <a:lnTo>
                  <a:pt x="180689" y="85058"/>
                </a:lnTo>
                <a:lnTo>
                  <a:pt x="300800" y="327470"/>
                </a:lnTo>
                <a:close/>
                <a:moveTo>
                  <a:pt x="549593" y="327470"/>
                </a:moveTo>
                <a:lnTo>
                  <a:pt x="670751" y="85058"/>
                </a:lnTo>
                <a:lnTo>
                  <a:pt x="549593" y="327470"/>
                </a:lnTo>
                <a:close/>
                <a:moveTo>
                  <a:pt x="346520" y="691039"/>
                </a:moveTo>
                <a:lnTo>
                  <a:pt x="376333" y="594265"/>
                </a:lnTo>
                <a:lnTo>
                  <a:pt x="297656" y="537877"/>
                </a:lnTo>
                <a:lnTo>
                  <a:pt x="394430" y="537877"/>
                </a:lnTo>
                <a:lnTo>
                  <a:pt x="425291" y="435769"/>
                </a:lnTo>
                <a:lnTo>
                  <a:pt x="456152" y="537877"/>
                </a:lnTo>
                <a:lnTo>
                  <a:pt x="552926" y="537877"/>
                </a:lnTo>
                <a:lnTo>
                  <a:pt x="474250" y="594265"/>
                </a:lnTo>
                <a:lnTo>
                  <a:pt x="504063" y="691039"/>
                </a:lnTo>
                <a:lnTo>
                  <a:pt x="425387" y="631508"/>
                </a:lnTo>
                <a:lnTo>
                  <a:pt x="346710" y="69103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085" name="Google Shape;1085;p36"/>
          <p:cNvPicPr preferRelativeResize="0"/>
          <p:nvPr>
            <p:ph idx="2" type="pic"/>
          </p:nvPr>
        </p:nvPicPr>
        <p:blipFill/>
        <p:spPr>
          <a:xfrm>
            <a:off x="7852409" y="4531223"/>
            <a:ext cx="3644265" cy="1777500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37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091" name="Google Shape;1091;p37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4" name="Google Shape;1094;p37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7" name="Google Shape;1097;p37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8" name="Google Shape;1098;p37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5" name="Google Shape;1105;p37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6" name="Google Shape;1106;p37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29" name="Google Shape;1129;p37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39" name="Google Shape;1139;p37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0" name="Google Shape;1140;p37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1" name="Google Shape;1141;p37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2" name="Google Shape;1142;p37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3" name="Google Shape;1143;p37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4" name="Google Shape;1144;p37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5" name="Google Shape;1145;p37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6" name="Google Shape;1146;p37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7" name="Google Shape;1147;p37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8" name="Google Shape;1148;p37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49" name="Google Shape;1149;p37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0" name="Google Shape;1150;p37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1" name="Google Shape;1151;p37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2" name="Google Shape;1152;p37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3" name="Google Shape;1153;p37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4" name="Google Shape;1154;p37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5" name="Google Shape;1155;p37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56" name="Google Shape;1156;p37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157" name="Google Shape;1157;p37"/>
          <p:cNvSpPr/>
          <p:nvPr/>
        </p:nvSpPr>
        <p:spPr>
          <a:xfrm>
            <a:off x="5192692" y="4367047"/>
            <a:ext cx="2845796" cy="1724073"/>
          </a:xfrm>
          <a:custGeom>
            <a:rect b="b" l="l" r="r" t="t"/>
            <a:pathLst>
              <a:path extrusionOk="0" h="1724073" w="2845796">
                <a:moveTo>
                  <a:pt x="0" y="1227546"/>
                </a:moveTo>
                <a:cubicBezTo>
                  <a:pt x="264976" y="2265407"/>
                  <a:pt x="1586782" y="888647"/>
                  <a:pt x="1852839" y="1546498"/>
                </a:cubicBezTo>
                <a:cubicBezTo>
                  <a:pt x="2128947" y="2169996"/>
                  <a:pt x="3318189" y="1030873"/>
                  <a:pt x="2639351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58" name="Google Shape;1158;p37"/>
          <p:cNvSpPr/>
          <p:nvPr/>
        </p:nvSpPr>
        <p:spPr>
          <a:xfrm>
            <a:off x="2225318" y="2989948"/>
            <a:ext cx="2877476" cy="1098202"/>
          </a:xfrm>
          <a:custGeom>
            <a:rect b="b" l="l" r="r" t="t"/>
            <a:pathLst>
              <a:path extrusionOk="0" h="1098202" w="2877476">
                <a:moveTo>
                  <a:pt x="0" y="0"/>
                </a:moveTo>
                <a:cubicBezTo>
                  <a:pt x="264976" y="1037861"/>
                  <a:pt x="720007" y="223076"/>
                  <a:pt x="986064" y="880927"/>
                </a:cubicBezTo>
                <a:cubicBezTo>
                  <a:pt x="1262172" y="1504425"/>
                  <a:pt x="2175189" y="632002"/>
                  <a:pt x="2877476" y="191679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159" name="Google Shape;1159;p37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160" name="Google Shape;1160;p37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61" name="Google Shape;1161;p37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162" name="Google Shape;1162;p37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163" name="Google Shape;1163;p37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164" name="Google Shape;1164;p37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5" name="Google Shape;1165;p37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6" name="Google Shape;1166;p37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7" name="Google Shape;1167;p37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168" name="Google Shape;1168;p37"/>
          <p:cNvGrpSpPr/>
          <p:nvPr/>
        </p:nvGrpSpPr>
        <p:grpSpPr>
          <a:xfrm rot="-202230">
            <a:off x="719848" y="5198521"/>
            <a:ext cx="4706870" cy="972680"/>
            <a:chOff x="4205287" y="3000375"/>
            <a:chExt cx="3781425" cy="857250"/>
          </a:xfrm>
        </p:grpSpPr>
        <p:sp>
          <p:nvSpPr>
            <p:cNvPr id="1169" name="Google Shape;1169;p37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70" name="Google Shape;1170;p37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171" name="Google Shape;1171;p37"/>
          <p:cNvSpPr txBox="1"/>
          <p:nvPr/>
        </p:nvSpPr>
        <p:spPr>
          <a:xfrm>
            <a:off x="741575" y="4368877"/>
            <a:ext cx="238965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Product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172" name="Google Shape;1172;p37"/>
          <p:cNvSpPr txBox="1"/>
          <p:nvPr/>
        </p:nvSpPr>
        <p:spPr>
          <a:xfrm rot="-217456">
            <a:off x="789003" y="5334203"/>
            <a:ext cx="461672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Demonstration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173" name="Google Shape;1173;p37"/>
          <p:cNvSpPr txBox="1"/>
          <p:nvPr/>
        </p:nvSpPr>
        <p:spPr>
          <a:xfrm>
            <a:off x="8756157" y="2289982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74" name="Google Shape;1174;p37"/>
          <p:cNvSpPr txBox="1"/>
          <p:nvPr/>
        </p:nvSpPr>
        <p:spPr>
          <a:xfrm>
            <a:off x="8756157" y="1895119"/>
            <a:ext cx="16651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Data Ingestion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175" name="Google Shape;1175;p37"/>
          <p:cNvSpPr txBox="1"/>
          <p:nvPr/>
        </p:nvSpPr>
        <p:spPr>
          <a:xfrm>
            <a:off x="8756157" y="5831481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76" name="Google Shape;1176;p37"/>
          <p:cNvSpPr txBox="1"/>
          <p:nvPr/>
        </p:nvSpPr>
        <p:spPr>
          <a:xfrm>
            <a:off x="8756156" y="5436618"/>
            <a:ext cx="19118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Real-Time Insight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177" name="Google Shape;1177;p37"/>
          <p:cNvSpPr txBox="1"/>
          <p:nvPr/>
        </p:nvSpPr>
        <p:spPr>
          <a:xfrm>
            <a:off x="8756157" y="4069655"/>
            <a:ext cx="2814323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78" name="Google Shape;1178;p37"/>
          <p:cNvSpPr txBox="1"/>
          <p:nvPr/>
        </p:nvSpPr>
        <p:spPr>
          <a:xfrm>
            <a:off x="8756156" y="3674792"/>
            <a:ext cx="16651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Preprocessing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179" name="Google Shape;1179;p37"/>
          <p:cNvGrpSpPr/>
          <p:nvPr/>
        </p:nvGrpSpPr>
        <p:grpSpPr>
          <a:xfrm flipH="1" rot="10800000">
            <a:off x="710170" y="1952255"/>
            <a:ext cx="1776256" cy="1371970"/>
            <a:chOff x="3805237" y="1314450"/>
            <a:chExt cx="4581525" cy="4229100"/>
          </a:xfrm>
        </p:grpSpPr>
        <p:sp>
          <p:nvSpPr>
            <p:cNvPr id="1180" name="Google Shape;1180;p37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81" name="Google Shape;1181;p37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182" name="Google Shape;1182;p37"/>
          <p:cNvSpPr txBox="1"/>
          <p:nvPr/>
        </p:nvSpPr>
        <p:spPr>
          <a:xfrm>
            <a:off x="929074" y="2564974"/>
            <a:ext cx="1361430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Reduced Operational Inefficiencies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83" name="Google Shape;1183;p37"/>
          <p:cNvSpPr txBox="1"/>
          <p:nvPr/>
        </p:nvSpPr>
        <p:spPr>
          <a:xfrm>
            <a:off x="922698" y="2100870"/>
            <a:ext cx="10767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30%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184" name="Google Shape;1184;p37"/>
          <p:cNvSpPr/>
          <p:nvPr/>
        </p:nvSpPr>
        <p:spPr>
          <a:xfrm>
            <a:off x="2202736" y="3049678"/>
            <a:ext cx="379466" cy="3794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85" name="Google Shape;1185;p37"/>
          <p:cNvSpPr/>
          <p:nvPr/>
        </p:nvSpPr>
        <p:spPr>
          <a:xfrm>
            <a:off x="2307127" y="3151443"/>
            <a:ext cx="170684" cy="170684"/>
          </a:xfrm>
          <a:custGeom>
            <a:rect b="b" l="l" r="r" t="t"/>
            <a:pathLst>
              <a:path extrusionOk="0" h="998410" w="998410">
                <a:moveTo>
                  <a:pt x="673989" y="449199"/>
                </a:moveTo>
                <a:cubicBezTo>
                  <a:pt x="694754" y="449199"/>
                  <a:pt x="712470" y="441960"/>
                  <a:pt x="727043" y="427387"/>
                </a:cubicBezTo>
                <a:cubicBezTo>
                  <a:pt x="741616" y="412813"/>
                  <a:pt x="748855" y="395192"/>
                  <a:pt x="748855" y="374333"/>
                </a:cubicBezTo>
                <a:cubicBezTo>
                  <a:pt x="748855" y="353473"/>
                  <a:pt x="741616" y="335851"/>
                  <a:pt x="727043" y="321278"/>
                </a:cubicBezTo>
                <a:cubicBezTo>
                  <a:pt x="712470" y="306705"/>
                  <a:pt x="694848" y="299466"/>
                  <a:pt x="673989" y="299466"/>
                </a:cubicBezTo>
                <a:cubicBezTo>
                  <a:pt x="653129" y="299466"/>
                  <a:pt x="635508" y="306705"/>
                  <a:pt x="620935" y="321278"/>
                </a:cubicBezTo>
                <a:cubicBezTo>
                  <a:pt x="606361" y="335851"/>
                  <a:pt x="599122" y="353473"/>
                  <a:pt x="599122" y="374333"/>
                </a:cubicBezTo>
                <a:cubicBezTo>
                  <a:pt x="599122" y="395192"/>
                  <a:pt x="606361" y="412813"/>
                  <a:pt x="620935" y="427387"/>
                </a:cubicBezTo>
                <a:cubicBezTo>
                  <a:pt x="635508" y="441960"/>
                  <a:pt x="653129" y="449199"/>
                  <a:pt x="673989" y="449199"/>
                </a:cubicBezTo>
                <a:close/>
                <a:moveTo>
                  <a:pt x="324517" y="449199"/>
                </a:moveTo>
                <a:cubicBezTo>
                  <a:pt x="345281" y="449199"/>
                  <a:pt x="362998" y="441960"/>
                  <a:pt x="377571" y="427387"/>
                </a:cubicBezTo>
                <a:cubicBezTo>
                  <a:pt x="392144" y="412813"/>
                  <a:pt x="399383" y="395192"/>
                  <a:pt x="399383" y="374333"/>
                </a:cubicBezTo>
                <a:cubicBezTo>
                  <a:pt x="399383" y="353473"/>
                  <a:pt x="392144" y="335851"/>
                  <a:pt x="377571" y="321278"/>
                </a:cubicBezTo>
                <a:cubicBezTo>
                  <a:pt x="362998" y="306705"/>
                  <a:pt x="345377" y="299466"/>
                  <a:pt x="324517" y="299466"/>
                </a:cubicBezTo>
                <a:cubicBezTo>
                  <a:pt x="303657" y="299466"/>
                  <a:pt x="286035" y="306705"/>
                  <a:pt x="271463" y="321278"/>
                </a:cubicBezTo>
                <a:cubicBezTo>
                  <a:pt x="256889" y="335851"/>
                  <a:pt x="249650" y="353473"/>
                  <a:pt x="249650" y="374333"/>
                </a:cubicBezTo>
                <a:cubicBezTo>
                  <a:pt x="249650" y="395192"/>
                  <a:pt x="256889" y="412813"/>
                  <a:pt x="271463" y="427387"/>
                </a:cubicBezTo>
                <a:cubicBezTo>
                  <a:pt x="286035" y="441960"/>
                  <a:pt x="303657" y="449199"/>
                  <a:pt x="324517" y="449199"/>
                </a:cubicBezTo>
                <a:close/>
                <a:moveTo>
                  <a:pt x="499205" y="773716"/>
                </a:moveTo>
                <a:cubicBezTo>
                  <a:pt x="555784" y="773716"/>
                  <a:pt x="607123" y="757714"/>
                  <a:pt x="653319" y="725710"/>
                </a:cubicBezTo>
                <a:cubicBezTo>
                  <a:pt x="699516" y="693706"/>
                  <a:pt x="732948" y="651415"/>
                  <a:pt x="753808" y="599027"/>
                </a:cubicBezTo>
                <a:lnTo>
                  <a:pt x="671417" y="599027"/>
                </a:lnTo>
                <a:cubicBezTo>
                  <a:pt x="653129" y="629793"/>
                  <a:pt x="628745" y="654177"/>
                  <a:pt x="598361" y="672084"/>
                </a:cubicBezTo>
                <a:cubicBezTo>
                  <a:pt x="567976" y="689991"/>
                  <a:pt x="534924" y="698944"/>
                  <a:pt x="499110" y="698944"/>
                </a:cubicBezTo>
                <a:cubicBezTo>
                  <a:pt x="463296" y="698944"/>
                  <a:pt x="430244" y="689991"/>
                  <a:pt x="399859" y="672084"/>
                </a:cubicBezTo>
                <a:cubicBezTo>
                  <a:pt x="369475" y="654177"/>
                  <a:pt x="345186" y="629888"/>
                  <a:pt x="326803" y="599027"/>
                </a:cubicBezTo>
                <a:lnTo>
                  <a:pt x="244411" y="599027"/>
                </a:lnTo>
                <a:cubicBezTo>
                  <a:pt x="265176" y="651415"/>
                  <a:pt x="298704" y="693706"/>
                  <a:pt x="344900" y="725710"/>
                </a:cubicBezTo>
                <a:cubicBezTo>
                  <a:pt x="391096" y="757714"/>
                  <a:pt x="442436" y="773716"/>
                  <a:pt x="499014" y="773716"/>
                </a:cubicBezTo>
                <a:close/>
                <a:moveTo>
                  <a:pt x="499205" y="998410"/>
                </a:moveTo>
                <a:cubicBezTo>
                  <a:pt x="430149" y="998410"/>
                  <a:pt x="365284" y="985266"/>
                  <a:pt x="304514" y="959072"/>
                </a:cubicBezTo>
                <a:cubicBezTo>
                  <a:pt x="243744" y="932879"/>
                  <a:pt x="190976" y="897255"/>
                  <a:pt x="146018" y="852392"/>
                </a:cubicBezTo>
                <a:cubicBezTo>
                  <a:pt x="101060" y="807530"/>
                  <a:pt x="65532" y="754666"/>
                  <a:pt x="39338" y="693896"/>
                </a:cubicBezTo>
                <a:cubicBezTo>
                  <a:pt x="13145" y="633127"/>
                  <a:pt x="0" y="568262"/>
                  <a:pt x="0" y="499205"/>
                </a:cubicBezTo>
                <a:cubicBezTo>
                  <a:pt x="0" y="430149"/>
                  <a:pt x="13145" y="365284"/>
                  <a:pt x="39338" y="304514"/>
                </a:cubicBezTo>
                <a:cubicBezTo>
                  <a:pt x="65532" y="243745"/>
                  <a:pt x="101155" y="190976"/>
                  <a:pt x="146018" y="146018"/>
                </a:cubicBezTo>
                <a:cubicBezTo>
                  <a:pt x="190976" y="101060"/>
                  <a:pt x="243744" y="65532"/>
                  <a:pt x="304514" y="39338"/>
                </a:cubicBezTo>
                <a:cubicBezTo>
                  <a:pt x="365284" y="13144"/>
                  <a:pt x="430149" y="0"/>
                  <a:pt x="499205" y="0"/>
                </a:cubicBezTo>
                <a:cubicBezTo>
                  <a:pt x="568261" y="0"/>
                  <a:pt x="633127" y="13144"/>
                  <a:pt x="693896" y="39338"/>
                </a:cubicBezTo>
                <a:cubicBezTo>
                  <a:pt x="754666" y="65532"/>
                  <a:pt x="807434" y="101155"/>
                  <a:pt x="852392" y="146018"/>
                </a:cubicBezTo>
                <a:cubicBezTo>
                  <a:pt x="897350" y="190881"/>
                  <a:pt x="932879" y="243745"/>
                  <a:pt x="959072" y="304514"/>
                </a:cubicBezTo>
                <a:cubicBezTo>
                  <a:pt x="985266" y="365284"/>
                  <a:pt x="998411" y="430149"/>
                  <a:pt x="998411" y="499205"/>
                </a:cubicBezTo>
                <a:cubicBezTo>
                  <a:pt x="998411" y="568262"/>
                  <a:pt x="985266" y="633127"/>
                  <a:pt x="959072" y="693896"/>
                </a:cubicBezTo>
                <a:cubicBezTo>
                  <a:pt x="932879" y="754666"/>
                  <a:pt x="897255" y="807434"/>
                  <a:pt x="852392" y="852392"/>
                </a:cubicBezTo>
                <a:cubicBezTo>
                  <a:pt x="807434" y="897350"/>
                  <a:pt x="754666" y="932879"/>
                  <a:pt x="693896" y="959072"/>
                </a:cubicBezTo>
                <a:cubicBezTo>
                  <a:pt x="633127" y="985266"/>
                  <a:pt x="568261" y="998410"/>
                  <a:pt x="499205" y="998410"/>
                </a:cubicBezTo>
                <a:close/>
                <a:moveTo>
                  <a:pt x="499205" y="898588"/>
                </a:moveTo>
                <a:cubicBezTo>
                  <a:pt x="610743" y="898588"/>
                  <a:pt x="705135" y="859917"/>
                  <a:pt x="782478" y="782479"/>
                </a:cubicBezTo>
                <a:cubicBezTo>
                  <a:pt x="859821" y="705136"/>
                  <a:pt x="898588" y="610648"/>
                  <a:pt x="898588" y="499205"/>
                </a:cubicBezTo>
                <a:cubicBezTo>
                  <a:pt x="898588" y="387763"/>
                  <a:pt x="859917" y="293275"/>
                  <a:pt x="782478" y="215932"/>
                </a:cubicBezTo>
                <a:cubicBezTo>
                  <a:pt x="705135" y="138589"/>
                  <a:pt x="610648" y="99822"/>
                  <a:pt x="499205" y="99822"/>
                </a:cubicBezTo>
                <a:cubicBezTo>
                  <a:pt x="387762" y="99822"/>
                  <a:pt x="293275" y="138493"/>
                  <a:pt x="215932" y="215932"/>
                </a:cubicBezTo>
                <a:cubicBezTo>
                  <a:pt x="138589" y="293275"/>
                  <a:pt x="99822" y="387763"/>
                  <a:pt x="99822" y="499205"/>
                </a:cubicBezTo>
                <a:cubicBezTo>
                  <a:pt x="99822" y="610648"/>
                  <a:pt x="138493" y="705136"/>
                  <a:pt x="215932" y="782479"/>
                </a:cubicBezTo>
                <a:cubicBezTo>
                  <a:pt x="293275" y="859822"/>
                  <a:pt x="387762" y="898588"/>
                  <a:pt x="499205" y="89858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86" name="Google Shape;1186;p37"/>
          <p:cNvPicPr preferRelativeResize="0"/>
          <p:nvPr>
            <p:ph idx="2" type="pic"/>
          </p:nvPr>
        </p:nvPicPr>
        <p:blipFill/>
        <p:spPr>
          <a:xfrm>
            <a:off x="4208145" y="1951038"/>
            <a:ext cx="3644265" cy="2417838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1187" name="Google Shape;1187;p37"/>
          <p:cNvSpPr/>
          <p:nvPr/>
        </p:nvSpPr>
        <p:spPr>
          <a:xfrm>
            <a:off x="7352192" y="3923161"/>
            <a:ext cx="687854" cy="687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88" name="Google Shape;1188;p37"/>
          <p:cNvSpPr/>
          <p:nvPr/>
        </p:nvSpPr>
        <p:spPr>
          <a:xfrm>
            <a:off x="7514675" y="4123570"/>
            <a:ext cx="372232" cy="298516"/>
          </a:xfrm>
          <a:custGeom>
            <a:rect b="b" l="l" r="r" t="t"/>
            <a:pathLst>
              <a:path extrusionOk="0" h="1137856" w="1418843">
                <a:moveTo>
                  <a:pt x="1029557" y="409004"/>
                </a:moveTo>
                <a:cubicBezTo>
                  <a:pt x="999935" y="409004"/>
                  <a:pt x="974693" y="398621"/>
                  <a:pt x="954024" y="377857"/>
                </a:cubicBezTo>
                <a:cubicBezTo>
                  <a:pt x="933260" y="357092"/>
                  <a:pt x="922877" y="331946"/>
                  <a:pt x="922877" y="302324"/>
                </a:cubicBezTo>
                <a:cubicBezTo>
                  <a:pt x="922877" y="272701"/>
                  <a:pt x="933260" y="247460"/>
                  <a:pt x="954024" y="226790"/>
                </a:cubicBezTo>
                <a:cubicBezTo>
                  <a:pt x="974789" y="206026"/>
                  <a:pt x="999935" y="195644"/>
                  <a:pt x="1029557" y="195644"/>
                </a:cubicBezTo>
                <a:cubicBezTo>
                  <a:pt x="1059180" y="195644"/>
                  <a:pt x="1084421" y="206026"/>
                  <a:pt x="1105091" y="226790"/>
                </a:cubicBezTo>
                <a:cubicBezTo>
                  <a:pt x="1125855" y="247555"/>
                  <a:pt x="1136237" y="272701"/>
                  <a:pt x="1136237" y="302324"/>
                </a:cubicBezTo>
                <a:cubicBezTo>
                  <a:pt x="1136237" y="331946"/>
                  <a:pt x="1125855" y="357188"/>
                  <a:pt x="1105091" y="377857"/>
                </a:cubicBezTo>
                <a:cubicBezTo>
                  <a:pt x="1084326" y="398621"/>
                  <a:pt x="1059180" y="409004"/>
                  <a:pt x="1029557" y="409004"/>
                </a:cubicBezTo>
                <a:close/>
                <a:moveTo>
                  <a:pt x="389477" y="409004"/>
                </a:moveTo>
                <a:cubicBezTo>
                  <a:pt x="359855" y="409004"/>
                  <a:pt x="334613" y="398621"/>
                  <a:pt x="313944" y="377857"/>
                </a:cubicBezTo>
                <a:cubicBezTo>
                  <a:pt x="293180" y="357092"/>
                  <a:pt x="282797" y="331946"/>
                  <a:pt x="282797" y="302324"/>
                </a:cubicBezTo>
                <a:cubicBezTo>
                  <a:pt x="282797" y="272701"/>
                  <a:pt x="293180" y="247460"/>
                  <a:pt x="313944" y="226790"/>
                </a:cubicBezTo>
                <a:cubicBezTo>
                  <a:pt x="334709" y="206026"/>
                  <a:pt x="359855" y="195644"/>
                  <a:pt x="389477" y="195644"/>
                </a:cubicBezTo>
                <a:cubicBezTo>
                  <a:pt x="419100" y="195644"/>
                  <a:pt x="444341" y="206026"/>
                  <a:pt x="465011" y="226790"/>
                </a:cubicBezTo>
                <a:cubicBezTo>
                  <a:pt x="485775" y="247555"/>
                  <a:pt x="496157" y="272701"/>
                  <a:pt x="496157" y="302324"/>
                </a:cubicBezTo>
                <a:cubicBezTo>
                  <a:pt x="496157" y="331946"/>
                  <a:pt x="485775" y="357188"/>
                  <a:pt x="465011" y="377857"/>
                </a:cubicBezTo>
                <a:cubicBezTo>
                  <a:pt x="444246" y="398621"/>
                  <a:pt x="419100" y="409004"/>
                  <a:pt x="389477" y="409004"/>
                </a:cubicBezTo>
                <a:close/>
                <a:moveTo>
                  <a:pt x="709517" y="604552"/>
                </a:moveTo>
                <a:cubicBezTo>
                  <a:pt x="679895" y="604552"/>
                  <a:pt x="654653" y="594170"/>
                  <a:pt x="633984" y="573405"/>
                </a:cubicBezTo>
                <a:cubicBezTo>
                  <a:pt x="613220" y="552641"/>
                  <a:pt x="602837" y="527495"/>
                  <a:pt x="602837" y="497872"/>
                </a:cubicBezTo>
                <a:cubicBezTo>
                  <a:pt x="602837" y="468249"/>
                  <a:pt x="613220" y="443008"/>
                  <a:pt x="633984" y="422339"/>
                </a:cubicBezTo>
                <a:cubicBezTo>
                  <a:pt x="654749" y="401669"/>
                  <a:pt x="679895" y="391192"/>
                  <a:pt x="709517" y="391192"/>
                </a:cubicBezTo>
                <a:cubicBezTo>
                  <a:pt x="739140" y="391192"/>
                  <a:pt x="764381" y="401574"/>
                  <a:pt x="785051" y="422339"/>
                </a:cubicBezTo>
                <a:cubicBezTo>
                  <a:pt x="805815" y="443103"/>
                  <a:pt x="816197" y="468249"/>
                  <a:pt x="816197" y="497872"/>
                </a:cubicBezTo>
                <a:cubicBezTo>
                  <a:pt x="816197" y="527495"/>
                  <a:pt x="805815" y="552736"/>
                  <a:pt x="785051" y="573405"/>
                </a:cubicBezTo>
                <a:cubicBezTo>
                  <a:pt x="764286" y="594170"/>
                  <a:pt x="739140" y="604552"/>
                  <a:pt x="709517" y="604552"/>
                </a:cubicBezTo>
                <a:close/>
                <a:moveTo>
                  <a:pt x="709517" y="213360"/>
                </a:moveTo>
                <a:cubicBezTo>
                  <a:pt x="679895" y="213360"/>
                  <a:pt x="654653" y="202978"/>
                  <a:pt x="633984" y="182213"/>
                </a:cubicBezTo>
                <a:cubicBezTo>
                  <a:pt x="613315" y="161449"/>
                  <a:pt x="602837" y="136303"/>
                  <a:pt x="602837" y="106680"/>
                </a:cubicBezTo>
                <a:cubicBezTo>
                  <a:pt x="602837" y="77057"/>
                  <a:pt x="613220" y="51816"/>
                  <a:pt x="633984" y="31147"/>
                </a:cubicBezTo>
                <a:cubicBezTo>
                  <a:pt x="654749" y="10478"/>
                  <a:pt x="679895" y="0"/>
                  <a:pt x="709517" y="0"/>
                </a:cubicBezTo>
                <a:cubicBezTo>
                  <a:pt x="739140" y="0"/>
                  <a:pt x="764381" y="10382"/>
                  <a:pt x="785051" y="31147"/>
                </a:cubicBezTo>
                <a:cubicBezTo>
                  <a:pt x="805815" y="51911"/>
                  <a:pt x="816197" y="77057"/>
                  <a:pt x="816197" y="106680"/>
                </a:cubicBezTo>
                <a:cubicBezTo>
                  <a:pt x="816197" y="136303"/>
                  <a:pt x="805815" y="161544"/>
                  <a:pt x="785051" y="182213"/>
                </a:cubicBezTo>
                <a:cubicBezTo>
                  <a:pt x="764286" y="202978"/>
                  <a:pt x="739140" y="213360"/>
                  <a:pt x="709517" y="213360"/>
                </a:cubicBezTo>
                <a:close/>
                <a:moveTo>
                  <a:pt x="709517" y="1137857"/>
                </a:moveTo>
                <a:cubicBezTo>
                  <a:pt x="685800" y="1137857"/>
                  <a:pt x="661797" y="1136047"/>
                  <a:pt x="637508" y="1132523"/>
                </a:cubicBezTo>
                <a:cubicBezTo>
                  <a:pt x="613220" y="1128998"/>
                  <a:pt x="589788" y="1124236"/>
                  <a:pt x="567309" y="1118330"/>
                </a:cubicBezTo>
                <a:lnTo>
                  <a:pt x="567309" y="864108"/>
                </a:lnTo>
                <a:cubicBezTo>
                  <a:pt x="567309" y="822579"/>
                  <a:pt x="581216" y="786765"/>
                  <a:pt x="609124" y="756571"/>
                </a:cubicBezTo>
                <a:cubicBezTo>
                  <a:pt x="636937" y="726377"/>
                  <a:pt x="670465" y="711232"/>
                  <a:pt x="709613" y="711232"/>
                </a:cubicBezTo>
                <a:cubicBezTo>
                  <a:pt x="748760" y="711232"/>
                  <a:pt x="782193" y="726377"/>
                  <a:pt x="810101" y="756571"/>
                </a:cubicBezTo>
                <a:cubicBezTo>
                  <a:pt x="837914" y="786765"/>
                  <a:pt x="851916" y="822674"/>
                  <a:pt x="851916" y="864108"/>
                </a:cubicBezTo>
                <a:lnTo>
                  <a:pt x="851916" y="1118330"/>
                </a:lnTo>
                <a:cubicBezTo>
                  <a:pt x="829437" y="1124236"/>
                  <a:pt x="806006" y="1128998"/>
                  <a:pt x="781717" y="1132523"/>
                </a:cubicBezTo>
                <a:cubicBezTo>
                  <a:pt x="757428" y="1136047"/>
                  <a:pt x="733425" y="1137857"/>
                  <a:pt x="709708" y="1137857"/>
                </a:cubicBezTo>
                <a:close/>
                <a:moveTo>
                  <a:pt x="460629" y="1080992"/>
                </a:moveTo>
                <a:cubicBezTo>
                  <a:pt x="436912" y="1071467"/>
                  <a:pt x="414147" y="1060799"/>
                  <a:pt x="392144" y="1048988"/>
                </a:cubicBezTo>
                <a:cubicBezTo>
                  <a:pt x="370237" y="1037177"/>
                  <a:pt x="349187" y="1024128"/>
                  <a:pt x="328994" y="1009841"/>
                </a:cubicBezTo>
                <a:cubicBezTo>
                  <a:pt x="295847" y="986123"/>
                  <a:pt x="269462" y="955358"/>
                  <a:pt x="249841" y="917353"/>
                </a:cubicBezTo>
                <a:cubicBezTo>
                  <a:pt x="230315" y="879443"/>
                  <a:pt x="220504" y="839152"/>
                  <a:pt x="220504" y="796481"/>
                </a:cubicBezTo>
                <a:cubicBezTo>
                  <a:pt x="220504" y="765620"/>
                  <a:pt x="217265" y="736949"/>
                  <a:pt x="210693" y="710279"/>
                </a:cubicBezTo>
                <a:cubicBezTo>
                  <a:pt x="204216" y="683609"/>
                  <a:pt x="192595" y="658463"/>
                  <a:pt x="176022" y="634746"/>
                </a:cubicBezTo>
                <a:cubicBezTo>
                  <a:pt x="164211" y="619316"/>
                  <a:pt x="141923" y="595884"/>
                  <a:pt x="109347" y="564547"/>
                </a:cubicBezTo>
                <a:cubicBezTo>
                  <a:pt x="76772" y="533114"/>
                  <a:pt x="46863" y="503777"/>
                  <a:pt x="19526" y="476536"/>
                </a:cubicBezTo>
                <a:cubicBezTo>
                  <a:pt x="6477" y="463487"/>
                  <a:pt x="0" y="446913"/>
                  <a:pt x="0" y="426720"/>
                </a:cubicBezTo>
                <a:cubicBezTo>
                  <a:pt x="0" y="406527"/>
                  <a:pt x="6477" y="389954"/>
                  <a:pt x="19526" y="376904"/>
                </a:cubicBezTo>
                <a:cubicBezTo>
                  <a:pt x="32576" y="363855"/>
                  <a:pt x="49149" y="357378"/>
                  <a:pt x="69342" y="357378"/>
                </a:cubicBezTo>
                <a:cubicBezTo>
                  <a:pt x="89535" y="357378"/>
                  <a:pt x="106109" y="363855"/>
                  <a:pt x="119158" y="376904"/>
                </a:cubicBezTo>
                <a:lnTo>
                  <a:pt x="391192" y="634746"/>
                </a:lnTo>
                <a:cubicBezTo>
                  <a:pt x="414909" y="656082"/>
                  <a:pt x="432340" y="681228"/>
                  <a:pt x="443675" y="710279"/>
                </a:cubicBezTo>
                <a:cubicBezTo>
                  <a:pt x="454914" y="739331"/>
                  <a:pt x="460534" y="769239"/>
                  <a:pt x="460534" y="800100"/>
                </a:cubicBezTo>
                <a:lnTo>
                  <a:pt x="460534" y="1080992"/>
                </a:lnTo>
                <a:close/>
                <a:moveTo>
                  <a:pt x="958406" y="1080992"/>
                </a:moveTo>
                <a:lnTo>
                  <a:pt x="958406" y="800100"/>
                </a:lnTo>
                <a:cubicBezTo>
                  <a:pt x="958406" y="769239"/>
                  <a:pt x="964311" y="739045"/>
                  <a:pt x="976217" y="709422"/>
                </a:cubicBezTo>
                <a:cubicBezTo>
                  <a:pt x="988124" y="679799"/>
                  <a:pt x="1005269" y="654939"/>
                  <a:pt x="1027748" y="634746"/>
                </a:cubicBezTo>
                <a:lnTo>
                  <a:pt x="1299782" y="376904"/>
                </a:lnTo>
                <a:cubicBezTo>
                  <a:pt x="1313974" y="363855"/>
                  <a:pt x="1330928" y="357378"/>
                  <a:pt x="1350455" y="357378"/>
                </a:cubicBezTo>
                <a:cubicBezTo>
                  <a:pt x="1369981" y="357378"/>
                  <a:pt x="1386269" y="363855"/>
                  <a:pt x="1399318" y="376904"/>
                </a:cubicBezTo>
                <a:cubicBezTo>
                  <a:pt x="1412367" y="389954"/>
                  <a:pt x="1418844" y="406527"/>
                  <a:pt x="1418844" y="426720"/>
                </a:cubicBezTo>
                <a:cubicBezTo>
                  <a:pt x="1418844" y="446913"/>
                  <a:pt x="1412367" y="463487"/>
                  <a:pt x="1399318" y="476536"/>
                </a:cubicBezTo>
                <a:cubicBezTo>
                  <a:pt x="1372076" y="503777"/>
                  <a:pt x="1342168" y="532829"/>
                  <a:pt x="1309497" y="563690"/>
                </a:cubicBezTo>
                <a:cubicBezTo>
                  <a:pt x="1276922" y="594551"/>
                  <a:pt x="1254633" y="618173"/>
                  <a:pt x="1242822" y="634841"/>
                </a:cubicBezTo>
                <a:cubicBezTo>
                  <a:pt x="1226249" y="658559"/>
                  <a:pt x="1214628" y="683704"/>
                  <a:pt x="1208151" y="710375"/>
                </a:cubicBezTo>
                <a:cubicBezTo>
                  <a:pt x="1201674" y="737045"/>
                  <a:pt x="1198340" y="765810"/>
                  <a:pt x="1198340" y="796576"/>
                </a:cubicBezTo>
                <a:cubicBezTo>
                  <a:pt x="1198340" y="839248"/>
                  <a:pt x="1188530" y="879824"/>
                  <a:pt x="1169003" y="918401"/>
                </a:cubicBezTo>
                <a:cubicBezTo>
                  <a:pt x="1149477" y="956977"/>
                  <a:pt x="1122521" y="988028"/>
                  <a:pt x="1088136" y="1011746"/>
                </a:cubicBezTo>
                <a:cubicBezTo>
                  <a:pt x="1069181" y="1024795"/>
                  <a:pt x="1048703" y="1037273"/>
                  <a:pt x="1026795" y="1049084"/>
                </a:cubicBezTo>
                <a:cubicBezTo>
                  <a:pt x="1004888" y="1060895"/>
                  <a:pt x="982027" y="1071563"/>
                  <a:pt x="958310" y="108108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3" name="Google Shape;1193;p38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194" name="Google Shape;1194;p38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95" name="Google Shape;1195;p38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96" name="Google Shape;1196;p38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97" name="Google Shape;1197;p38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98" name="Google Shape;1198;p38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199" name="Google Shape;1199;p38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0" name="Google Shape;1200;p38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1" name="Google Shape;1201;p38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2" name="Google Shape;1202;p38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3" name="Google Shape;1203;p38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4" name="Google Shape;1204;p38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5" name="Google Shape;1205;p38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6" name="Google Shape;1206;p38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7" name="Google Shape;1207;p38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8" name="Google Shape;1208;p38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09" name="Google Shape;1209;p38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0" name="Google Shape;1210;p38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1" name="Google Shape;1211;p38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4" name="Google Shape;1214;p38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5" name="Google Shape;1215;p38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8" name="Google Shape;1218;p38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19" name="Google Shape;1219;p38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0" name="Google Shape;1220;p38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1" name="Google Shape;1221;p38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2" name="Google Shape;1222;p38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3" name="Google Shape;1223;p38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8" name="Google Shape;1228;p38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29" name="Google Shape;1229;p38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0" name="Google Shape;1230;p38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1" name="Google Shape;1231;p38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2" name="Google Shape;1232;p38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5" name="Google Shape;1235;p38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6" name="Google Shape;1236;p38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7" name="Google Shape;1237;p38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1" name="Google Shape;1241;p38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2" name="Google Shape;1242;p38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4" name="Google Shape;1244;p38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5" name="Google Shape;1245;p38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4" name="Google Shape;1254;p38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5" name="Google Shape;1255;p38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6" name="Google Shape;1256;p38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7" name="Google Shape;1257;p38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8" name="Google Shape;1258;p38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260" name="Google Shape;1260;p38"/>
          <p:cNvSpPr/>
          <p:nvPr/>
        </p:nvSpPr>
        <p:spPr>
          <a:xfrm>
            <a:off x="4644436" y="2693250"/>
            <a:ext cx="3985551" cy="811981"/>
          </a:xfrm>
          <a:custGeom>
            <a:rect b="b" l="l" r="r" t="t"/>
            <a:pathLst>
              <a:path extrusionOk="0" h="811981" w="3985551">
                <a:moveTo>
                  <a:pt x="0" y="376646"/>
                </a:moveTo>
                <a:cubicBezTo>
                  <a:pt x="366576" y="1363707"/>
                  <a:pt x="1218482" y="-89253"/>
                  <a:pt x="1878239" y="314598"/>
                </a:cubicBezTo>
                <a:cubicBezTo>
                  <a:pt x="2878247" y="938096"/>
                  <a:pt x="3508689" y="1119773"/>
                  <a:pt x="3985551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261" name="Google Shape;1261;p38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262" name="Google Shape;1262;p38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63" name="Google Shape;1263;p38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264" name="Google Shape;1264;p38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265" name="Google Shape;1265;p38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266" name="Google Shape;1266;p38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67" name="Google Shape;1267;p38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68" name="Google Shape;1268;p38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69" name="Google Shape;1269;p38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270" name="Google Shape;1270;p38"/>
          <p:cNvGrpSpPr/>
          <p:nvPr/>
        </p:nvGrpSpPr>
        <p:grpSpPr>
          <a:xfrm flipH="1" rot="201040">
            <a:off x="693348" y="2724216"/>
            <a:ext cx="4150714" cy="972680"/>
            <a:chOff x="4205287" y="3000375"/>
            <a:chExt cx="3781425" cy="857250"/>
          </a:xfrm>
        </p:grpSpPr>
        <p:sp>
          <p:nvSpPr>
            <p:cNvPr id="1271" name="Google Shape;1271;p38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273" name="Google Shape;1273;p38"/>
          <p:cNvSpPr txBox="1"/>
          <p:nvPr/>
        </p:nvSpPr>
        <p:spPr>
          <a:xfrm>
            <a:off x="1053349" y="1832667"/>
            <a:ext cx="194057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Client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274" name="Google Shape;1274;p38"/>
          <p:cNvSpPr txBox="1"/>
          <p:nvPr/>
        </p:nvSpPr>
        <p:spPr>
          <a:xfrm flipH="1" rot="216266">
            <a:off x="917254" y="2859898"/>
            <a:ext cx="375106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Testimonials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275" name="Google Shape;1275;p38"/>
          <p:cNvSpPr txBox="1"/>
          <p:nvPr/>
        </p:nvSpPr>
        <p:spPr>
          <a:xfrm>
            <a:off x="3493947" y="5829498"/>
            <a:ext cx="2520420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76" name="Google Shape;1276;p38"/>
          <p:cNvSpPr txBox="1"/>
          <p:nvPr/>
        </p:nvSpPr>
        <p:spPr>
          <a:xfrm>
            <a:off x="3493945" y="5434635"/>
            <a:ext cx="15208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Jasper Quinn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277" name="Google Shape;1277;p38"/>
          <p:cNvSpPr txBox="1"/>
          <p:nvPr/>
        </p:nvSpPr>
        <p:spPr>
          <a:xfrm>
            <a:off x="6768084" y="4671130"/>
            <a:ext cx="2520420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78" name="Google Shape;1278;p38"/>
          <p:cNvSpPr txBox="1"/>
          <p:nvPr/>
        </p:nvSpPr>
        <p:spPr>
          <a:xfrm>
            <a:off x="6768082" y="4276267"/>
            <a:ext cx="15208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Zoe Harper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279" name="Google Shape;1279;p38"/>
          <p:cNvSpPr/>
          <p:nvPr/>
        </p:nvSpPr>
        <p:spPr>
          <a:xfrm>
            <a:off x="8599192" y="5852769"/>
            <a:ext cx="1825742" cy="455956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0" name="Google Shape;1280;p38"/>
          <p:cNvSpPr txBox="1"/>
          <p:nvPr/>
        </p:nvSpPr>
        <p:spPr>
          <a:xfrm>
            <a:off x="8852691" y="5934986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Next Slide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281" name="Google Shape;1281;p38"/>
          <p:cNvSpPr/>
          <p:nvPr/>
        </p:nvSpPr>
        <p:spPr>
          <a:xfrm>
            <a:off x="10284118" y="5944109"/>
            <a:ext cx="281632" cy="27327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2" name="Google Shape;1282;p38"/>
          <p:cNvSpPr/>
          <p:nvPr/>
        </p:nvSpPr>
        <p:spPr>
          <a:xfrm>
            <a:off x="10383197" y="6046048"/>
            <a:ext cx="85136" cy="85652"/>
          </a:xfrm>
          <a:custGeom>
            <a:rect b="b" l="l" r="r" t="t"/>
            <a:pathLst>
              <a:path extrusionOk="0" h="536352" w="533114">
                <a:moveTo>
                  <a:pt x="9239" y="0"/>
                </a:moveTo>
                <a:lnTo>
                  <a:pt x="9239" y="38100"/>
                </a:lnTo>
                <a:lnTo>
                  <a:pt x="468344" y="38100"/>
                </a:lnTo>
                <a:lnTo>
                  <a:pt x="0" y="509588"/>
                </a:lnTo>
                <a:lnTo>
                  <a:pt x="27051" y="536353"/>
                </a:lnTo>
                <a:lnTo>
                  <a:pt x="495014" y="65246"/>
                </a:lnTo>
                <a:lnTo>
                  <a:pt x="495014" y="523875"/>
                </a:lnTo>
                <a:lnTo>
                  <a:pt x="533114" y="523875"/>
                </a:lnTo>
                <a:lnTo>
                  <a:pt x="533114" y="0"/>
                </a:lnTo>
                <a:lnTo>
                  <a:pt x="923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283" name="Google Shape;1283;p38"/>
          <p:cNvGrpSpPr/>
          <p:nvPr/>
        </p:nvGrpSpPr>
        <p:grpSpPr>
          <a:xfrm>
            <a:off x="5465278" y="4584044"/>
            <a:ext cx="422690" cy="422690"/>
            <a:chOff x="4876800" y="2209800"/>
            <a:chExt cx="2438400" cy="2438400"/>
          </a:xfrm>
        </p:grpSpPr>
        <p:sp>
          <p:nvSpPr>
            <p:cNvPr id="1284" name="Google Shape;1284;p38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85" name="Google Shape;1285;p38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86" name="Google Shape;1286;p38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1288" name="Google Shape;1288;p38"/>
          <p:cNvPicPr preferRelativeResize="0"/>
          <p:nvPr>
            <p:ph idx="2" type="pic"/>
          </p:nvPr>
        </p:nvPicPr>
        <p:blipFill/>
        <p:spPr>
          <a:xfrm>
            <a:off x="8597408" y="1951038"/>
            <a:ext cx="2877779" cy="2468562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pic>
        <p:nvPicPr>
          <p:cNvPr id="1289" name="Google Shape;1289;p38"/>
          <p:cNvPicPr preferRelativeResize="0"/>
          <p:nvPr>
            <p:ph idx="3" type="pic"/>
          </p:nvPr>
        </p:nvPicPr>
        <p:blipFill/>
        <p:spPr>
          <a:xfrm>
            <a:off x="695325" y="4564837"/>
            <a:ext cx="2192679" cy="174388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1290" name="Google Shape;1290;p38"/>
          <p:cNvSpPr/>
          <p:nvPr/>
        </p:nvSpPr>
        <p:spPr>
          <a:xfrm>
            <a:off x="8288943" y="2243762"/>
            <a:ext cx="687854" cy="687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91" name="Google Shape;1291;p38"/>
          <p:cNvSpPr/>
          <p:nvPr/>
        </p:nvSpPr>
        <p:spPr>
          <a:xfrm>
            <a:off x="8474340" y="2457450"/>
            <a:ext cx="311294" cy="285658"/>
          </a:xfrm>
          <a:custGeom>
            <a:rect b="b" l="l" r="r" t="t"/>
            <a:pathLst>
              <a:path extrusionOk="0" h="966882" w="1053655">
                <a:moveTo>
                  <a:pt x="526923" y="966883"/>
                </a:moveTo>
                <a:lnTo>
                  <a:pt x="450533" y="898398"/>
                </a:lnTo>
                <a:cubicBezTo>
                  <a:pt x="361855" y="818483"/>
                  <a:pt x="288512" y="749522"/>
                  <a:pt x="230505" y="691610"/>
                </a:cubicBezTo>
                <a:cubicBezTo>
                  <a:pt x="172593" y="633698"/>
                  <a:pt x="126397" y="581597"/>
                  <a:pt x="92202" y="535496"/>
                </a:cubicBezTo>
                <a:cubicBezTo>
                  <a:pt x="57912" y="489395"/>
                  <a:pt x="34004" y="447008"/>
                  <a:pt x="20384" y="408337"/>
                </a:cubicBezTo>
                <a:cubicBezTo>
                  <a:pt x="6763" y="369665"/>
                  <a:pt x="0" y="330137"/>
                  <a:pt x="0" y="289751"/>
                </a:cubicBezTo>
                <a:cubicBezTo>
                  <a:pt x="0" y="207169"/>
                  <a:pt x="27623" y="138303"/>
                  <a:pt x="82963" y="82963"/>
                </a:cubicBezTo>
                <a:cubicBezTo>
                  <a:pt x="138303" y="27623"/>
                  <a:pt x="207264" y="0"/>
                  <a:pt x="289751" y="0"/>
                </a:cubicBezTo>
                <a:cubicBezTo>
                  <a:pt x="335375" y="0"/>
                  <a:pt x="378905" y="9620"/>
                  <a:pt x="420148" y="28956"/>
                </a:cubicBezTo>
                <a:cubicBezTo>
                  <a:pt x="461391" y="48292"/>
                  <a:pt x="497015" y="75533"/>
                  <a:pt x="526828" y="110585"/>
                </a:cubicBezTo>
                <a:cubicBezTo>
                  <a:pt x="556641" y="75438"/>
                  <a:pt x="592265" y="48197"/>
                  <a:pt x="633508" y="28956"/>
                </a:cubicBezTo>
                <a:cubicBezTo>
                  <a:pt x="674751" y="9620"/>
                  <a:pt x="718280" y="0"/>
                  <a:pt x="763905" y="0"/>
                </a:cubicBezTo>
                <a:cubicBezTo>
                  <a:pt x="846487" y="0"/>
                  <a:pt x="915353" y="27623"/>
                  <a:pt x="970693" y="82963"/>
                </a:cubicBezTo>
                <a:cubicBezTo>
                  <a:pt x="1026033" y="138303"/>
                  <a:pt x="1053656" y="207264"/>
                  <a:pt x="1053656" y="289751"/>
                </a:cubicBezTo>
                <a:cubicBezTo>
                  <a:pt x="1053656" y="330137"/>
                  <a:pt x="1046893" y="369665"/>
                  <a:pt x="1033272" y="408337"/>
                </a:cubicBezTo>
                <a:cubicBezTo>
                  <a:pt x="1019651" y="447008"/>
                  <a:pt x="995744" y="489395"/>
                  <a:pt x="961454" y="535496"/>
                </a:cubicBezTo>
                <a:cubicBezTo>
                  <a:pt x="927163" y="581597"/>
                  <a:pt x="881063" y="633603"/>
                  <a:pt x="823151" y="691610"/>
                </a:cubicBezTo>
                <a:cubicBezTo>
                  <a:pt x="765238" y="749522"/>
                  <a:pt x="691896" y="818483"/>
                  <a:pt x="603123" y="898398"/>
                </a:cubicBezTo>
                <a:lnTo>
                  <a:pt x="526733" y="966883"/>
                </a:lnTo>
                <a:close/>
                <a:moveTo>
                  <a:pt x="526923" y="824579"/>
                </a:moveTo>
                <a:cubicBezTo>
                  <a:pt x="611219" y="749046"/>
                  <a:pt x="680561" y="684276"/>
                  <a:pt x="735044" y="630269"/>
                </a:cubicBezTo>
                <a:cubicBezTo>
                  <a:pt x="789527" y="576263"/>
                  <a:pt x="832485" y="529304"/>
                  <a:pt x="864108" y="489299"/>
                </a:cubicBezTo>
                <a:cubicBezTo>
                  <a:pt x="895731" y="449390"/>
                  <a:pt x="917638" y="413766"/>
                  <a:pt x="929926" y="382619"/>
                </a:cubicBezTo>
                <a:cubicBezTo>
                  <a:pt x="942213" y="351473"/>
                  <a:pt x="948404" y="320516"/>
                  <a:pt x="948404" y="289751"/>
                </a:cubicBezTo>
                <a:cubicBezTo>
                  <a:pt x="948404" y="237077"/>
                  <a:pt x="930878" y="193167"/>
                  <a:pt x="895731" y="158020"/>
                </a:cubicBezTo>
                <a:cubicBezTo>
                  <a:pt x="860584" y="122873"/>
                  <a:pt x="816674" y="105347"/>
                  <a:pt x="764000" y="105347"/>
                </a:cubicBezTo>
                <a:cubicBezTo>
                  <a:pt x="722757" y="105347"/>
                  <a:pt x="684562" y="116967"/>
                  <a:pt x="649415" y="140208"/>
                </a:cubicBezTo>
                <a:cubicBezTo>
                  <a:pt x="614267" y="163449"/>
                  <a:pt x="590169" y="193072"/>
                  <a:pt x="576929" y="229076"/>
                </a:cubicBezTo>
                <a:lnTo>
                  <a:pt x="476822" y="229076"/>
                </a:lnTo>
                <a:cubicBezTo>
                  <a:pt x="463677" y="193072"/>
                  <a:pt x="439484" y="163449"/>
                  <a:pt x="404336" y="140208"/>
                </a:cubicBezTo>
                <a:cubicBezTo>
                  <a:pt x="369189" y="116967"/>
                  <a:pt x="330994" y="105347"/>
                  <a:pt x="289751" y="105347"/>
                </a:cubicBezTo>
                <a:cubicBezTo>
                  <a:pt x="237077" y="105347"/>
                  <a:pt x="193167" y="122873"/>
                  <a:pt x="158020" y="158020"/>
                </a:cubicBezTo>
                <a:cubicBezTo>
                  <a:pt x="122873" y="193167"/>
                  <a:pt x="105347" y="237077"/>
                  <a:pt x="105347" y="289751"/>
                </a:cubicBezTo>
                <a:cubicBezTo>
                  <a:pt x="105347" y="320516"/>
                  <a:pt x="111538" y="351473"/>
                  <a:pt x="123825" y="382619"/>
                </a:cubicBezTo>
                <a:cubicBezTo>
                  <a:pt x="136112" y="413766"/>
                  <a:pt x="158115" y="449390"/>
                  <a:pt x="189643" y="489299"/>
                </a:cubicBezTo>
                <a:cubicBezTo>
                  <a:pt x="221266" y="529209"/>
                  <a:pt x="264319" y="576263"/>
                  <a:pt x="318707" y="630269"/>
                </a:cubicBezTo>
                <a:cubicBezTo>
                  <a:pt x="373094" y="684276"/>
                  <a:pt x="442532" y="749046"/>
                  <a:pt x="526828" y="8245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39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297" name="Google Shape;1297;p39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0" name="Google Shape;1310;p39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1" name="Google Shape;1311;p39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3" name="Google Shape;1313;p39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4" name="Google Shape;1314;p39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6" name="Google Shape;1316;p39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7" name="Google Shape;1317;p39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8" name="Google Shape;1318;p39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19" name="Google Shape;1319;p39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0" name="Google Shape;1320;p39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1" name="Google Shape;1321;p39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2" name="Google Shape;1322;p39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3" name="Google Shape;1323;p39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4" name="Google Shape;1324;p39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5" name="Google Shape;1325;p39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6" name="Google Shape;1326;p39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7" name="Google Shape;1327;p39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8" name="Google Shape;1328;p39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29" name="Google Shape;1329;p39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0" name="Google Shape;1330;p39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1" name="Google Shape;1331;p39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2" name="Google Shape;1332;p39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3" name="Google Shape;1333;p39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4" name="Google Shape;1334;p39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5" name="Google Shape;1335;p39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3" name="Google Shape;1343;p39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4" name="Google Shape;1344;p39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5" name="Google Shape;1345;p39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6" name="Google Shape;1346;p39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7" name="Google Shape;1347;p39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0" name="Google Shape;1350;p39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1" name="Google Shape;1351;p39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3" name="Google Shape;1353;p39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4" name="Google Shape;1354;p39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5" name="Google Shape;1355;p39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6" name="Google Shape;1356;p39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7" name="Google Shape;1357;p39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8" name="Google Shape;1358;p39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59" name="Google Shape;1359;p39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61" name="Google Shape;1361;p39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62" name="Google Shape;1362;p39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363" name="Google Shape;1363;p39"/>
          <p:cNvSpPr/>
          <p:nvPr/>
        </p:nvSpPr>
        <p:spPr>
          <a:xfrm>
            <a:off x="2776360" y="2460641"/>
            <a:ext cx="2758649" cy="1805204"/>
          </a:xfrm>
          <a:custGeom>
            <a:rect b="b" l="l" r="r" t="t"/>
            <a:pathLst>
              <a:path extrusionOk="0" h="1805204" w="2758649">
                <a:moveTo>
                  <a:pt x="0" y="233670"/>
                </a:moveTo>
                <a:cubicBezTo>
                  <a:pt x="865686" y="441586"/>
                  <a:pt x="1899837" y="-278584"/>
                  <a:pt x="2559594" y="125267"/>
                </a:cubicBezTo>
                <a:cubicBezTo>
                  <a:pt x="3359577" y="663040"/>
                  <a:pt x="1427794" y="1362877"/>
                  <a:pt x="2352331" y="1805204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364" name="Google Shape;1364;p39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365" name="Google Shape;1365;p39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66" name="Google Shape;1366;p39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367" name="Google Shape;1367;p39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368" name="Google Shape;1368;p39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369" name="Google Shape;1369;p39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70" name="Google Shape;1370;p39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71" name="Google Shape;1371;p39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72" name="Google Shape;1372;p39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73" name="Google Shape;1373;p39"/>
          <p:cNvSpPr txBox="1"/>
          <p:nvPr/>
        </p:nvSpPr>
        <p:spPr>
          <a:xfrm>
            <a:off x="570218" y="1817789"/>
            <a:ext cx="27826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Business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374" name="Google Shape;1374;p39"/>
          <p:cNvGrpSpPr/>
          <p:nvPr/>
        </p:nvGrpSpPr>
        <p:grpSpPr>
          <a:xfrm flipH="1" rot="10637137">
            <a:off x="724249" y="2600697"/>
            <a:ext cx="2414064" cy="874372"/>
            <a:chOff x="-289731" y="2797058"/>
            <a:chExt cx="6257925" cy="2371725"/>
          </a:xfrm>
        </p:grpSpPr>
        <p:sp>
          <p:nvSpPr>
            <p:cNvPr id="1375" name="Google Shape;1375;p39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76" name="Google Shape;1376;p39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377" name="Google Shape;1377;p39"/>
          <p:cNvSpPr txBox="1"/>
          <p:nvPr/>
        </p:nvSpPr>
        <p:spPr>
          <a:xfrm rot="-162863">
            <a:off x="891928" y="2704750"/>
            <a:ext cx="19411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Model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378" name="Google Shape;1378;p39"/>
          <p:cNvGrpSpPr/>
          <p:nvPr/>
        </p:nvGrpSpPr>
        <p:grpSpPr>
          <a:xfrm>
            <a:off x="6868570" y="2567719"/>
            <a:ext cx="3309418" cy="1618174"/>
            <a:chOff x="1282747" y="1906681"/>
            <a:chExt cx="2667000" cy="1238250"/>
          </a:xfrm>
        </p:grpSpPr>
        <p:sp>
          <p:nvSpPr>
            <p:cNvPr id="1379" name="Google Shape;1379;p39"/>
            <p:cNvSpPr/>
            <p:nvPr/>
          </p:nvSpPr>
          <p:spPr>
            <a:xfrm>
              <a:off x="1282747" y="1906681"/>
              <a:ext cx="2667000" cy="1238250"/>
            </a:xfrm>
            <a:custGeom>
              <a:rect b="b" l="l" r="r" t="t"/>
              <a:pathLst>
                <a:path extrusionOk="0" h="1238250" w="2667000">
                  <a:moveTo>
                    <a:pt x="2667000" y="295275"/>
                  </a:moveTo>
                  <a:lnTo>
                    <a:pt x="2667000" y="1034129"/>
                  </a:lnTo>
                  <a:cubicBezTo>
                    <a:pt x="2667000" y="1146905"/>
                    <a:pt x="2575655" y="1238250"/>
                    <a:pt x="2462879" y="1238250"/>
                  </a:cubicBezTo>
                  <a:lnTo>
                    <a:pt x="204121" y="1238250"/>
                  </a:lnTo>
                  <a:cubicBezTo>
                    <a:pt x="91345" y="1238250"/>
                    <a:pt x="0" y="1146905"/>
                    <a:pt x="0" y="1034129"/>
                  </a:cubicBezTo>
                  <a:lnTo>
                    <a:pt x="0" y="204121"/>
                  </a:lnTo>
                  <a:cubicBezTo>
                    <a:pt x="0" y="91345"/>
                    <a:pt x="91345" y="0"/>
                    <a:pt x="204121" y="0"/>
                  </a:cubicBezTo>
                  <a:lnTo>
                    <a:pt x="2339054" y="0"/>
                  </a:lnTo>
                  <a:lnTo>
                    <a:pt x="2667000" y="2952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80" name="Google Shape;1380;p39"/>
            <p:cNvSpPr/>
            <p:nvPr/>
          </p:nvSpPr>
          <p:spPr>
            <a:xfrm>
              <a:off x="3603641" y="1906681"/>
              <a:ext cx="346105" cy="295275"/>
            </a:xfrm>
            <a:custGeom>
              <a:rect b="b" l="l" r="r" t="t"/>
              <a:pathLst>
                <a:path extrusionOk="0" h="295275" w="346105">
                  <a:moveTo>
                    <a:pt x="346105" y="295275"/>
                  </a:moveTo>
                  <a:lnTo>
                    <a:pt x="73500" y="295275"/>
                  </a:lnTo>
                  <a:cubicBezTo>
                    <a:pt x="30542" y="295275"/>
                    <a:pt x="-3272" y="258604"/>
                    <a:pt x="253" y="215741"/>
                  </a:cubicBezTo>
                  <a:lnTo>
                    <a:pt x="18160" y="0"/>
                  </a:lnTo>
                  <a:lnTo>
                    <a:pt x="346105" y="2952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381" name="Google Shape;1381;p39"/>
          <p:cNvSpPr txBox="1"/>
          <p:nvPr/>
        </p:nvSpPr>
        <p:spPr>
          <a:xfrm>
            <a:off x="7163743" y="3165116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82" name="Google Shape;1382;p39"/>
          <p:cNvSpPr txBox="1"/>
          <p:nvPr/>
        </p:nvSpPr>
        <p:spPr>
          <a:xfrm>
            <a:off x="7163741" y="2770253"/>
            <a:ext cx="2505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Primary Revenue Stream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383" name="Google Shape;1383;p39"/>
          <p:cNvSpPr txBox="1"/>
          <p:nvPr/>
        </p:nvSpPr>
        <p:spPr>
          <a:xfrm>
            <a:off x="6861477" y="5340385"/>
            <a:ext cx="1981866" cy="988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84" name="Google Shape;1384;p39"/>
          <p:cNvSpPr txBox="1"/>
          <p:nvPr/>
        </p:nvSpPr>
        <p:spPr>
          <a:xfrm>
            <a:off x="6861475" y="4945522"/>
            <a:ext cx="20866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Secondary Revenue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385" name="Google Shape;1385;p39"/>
          <p:cNvSpPr txBox="1"/>
          <p:nvPr/>
        </p:nvSpPr>
        <p:spPr>
          <a:xfrm>
            <a:off x="9601273" y="5340385"/>
            <a:ext cx="1981866" cy="988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86" name="Google Shape;1386;p39"/>
          <p:cNvSpPr txBox="1"/>
          <p:nvPr/>
        </p:nvSpPr>
        <p:spPr>
          <a:xfrm>
            <a:off x="9601271" y="4945522"/>
            <a:ext cx="13335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Additional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387" name="Google Shape;1387;p39"/>
          <p:cNvGrpSpPr/>
          <p:nvPr/>
        </p:nvGrpSpPr>
        <p:grpSpPr>
          <a:xfrm>
            <a:off x="10880230" y="2091498"/>
            <a:ext cx="422690" cy="422690"/>
            <a:chOff x="4876800" y="2209800"/>
            <a:chExt cx="2438400" cy="2438400"/>
          </a:xfrm>
        </p:grpSpPr>
        <p:sp>
          <p:nvSpPr>
            <p:cNvPr id="1388" name="Google Shape;1388;p39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89" name="Google Shape;1389;p39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90" name="Google Shape;1390;p39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391" name="Google Shape;1391;p39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1392" name="Google Shape;1392;p39"/>
          <p:cNvPicPr preferRelativeResize="0"/>
          <p:nvPr>
            <p:ph idx="2" type="pic"/>
          </p:nvPr>
        </p:nvPicPr>
        <p:blipFill/>
        <p:spPr>
          <a:xfrm>
            <a:off x="695325" y="4332325"/>
            <a:ext cx="4520998" cy="1976399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1393" name="Google Shape;1393;p39"/>
          <p:cNvSpPr/>
          <p:nvPr/>
        </p:nvSpPr>
        <p:spPr>
          <a:xfrm>
            <a:off x="4729206" y="4118637"/>
            <a:ext cx="687854" cy="6878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94" name="Google Shape;1394;p39"/>
          <p:cNvSpPr/>
          <p:nvPr/>
        </p:nvSpPr>
        <p:spPr>
          <a:xfrm>
            <a:off x="4928524" y="4317193"/>
            <a:ext cx="289218" cy="289218"/>
          </a:xfrm>
          <a:custGeom>
            <a:rect b="b" l="l" r="r" t="t"/>
            <a:pathLst>
              <a:path extrusionOk="0" h="967358" w="967358">
                <a:moveTo>
                  <a:pt x="0" y="967359"/>
                </a:moveTo>
                <a:lnTo>
                  <a:pt x="0" y="214979"/>
                </a:lnTo>
                <a:lnTo>
                  <a:pt x="214979" y="214979"/>
                </a:lnTo>
                <a:lnTo>
                  <a:pt x="214979" y="0"/>
                </a:lnTo>
                <a:lnTo>
                  <a:pt x="752380" y="0"/>
                </a:lnTo>
                <a:lnTo>
                  <a:pt x="752380" y="429959"/>
                </a:lnTo>
                <a:lnTo>
                  <a:pt x="967359" y="429959"/>
                </a:lnTo>
                <a:lnTo>
                  <a:pt x="967359" y="967359"/>
                </a:lnTo>
                <a:lnTo>
                  <a:pt x="537401" y="967359"/>
                </a:lnTo>
                <a:lnTo>
                  <a:pt x="537401" y="752380"/>
                </a:lnTo>
                <a:lnTo>
                  <a:pt x="429959" y="752380"/>
                </a:lnTo>
                <a:lnTo>
                  <a:pt x="429959" y="967359"/>
                </a:lnTo>
                <a:lnTo>
                  <a:pt x="0" y="967359"/>
                </a:lnTo>
                <a:close/>
                <a:moveTo>
                  <a:pt x="107442" y="859917"/>
                </a:moveTo>
                <a:lnTo>
                  <a:pt x="214884" y="859917"/>
                </a:lnTo>
                <a:lnTo>
                  <a:pt x="214884" y="752475"/>
                </a:lnTo>
                <a:lnTo>
                  <a:pt x="107442" y="752475"/>
                </a:lnTo>
                <a:lnTo>
                  <a:pt x="107442" y="859917"/>
                </a:lnTo>
                <a:close/>
                <a:moveTo>
                  <a:pt x="107442" y="644938"/>
                </a:moveTo>
                <a:lnTo>
                  <a:pt x="214884" y="644938"/>
                </a:lnTo>
                <a:lnTo>
                  <a:pt x="214884" y="537496"/>
                </a:lnTo>
                <a:lnTo>
                  <a:pt x="107442" y="537496"/>
                </a:lnTo>
                <a:lnTo>
                  <a:pt x="107442" y="644938"/>
                </a:lnTo>
                <a:close/>
                <a:moveTo>
                  <a:pt x="107442" y="429959"/>
                </a:moveTo>
                <a:lnTo>
                  <a:pt x="214884" y="429959"/>
                </a:lnTo>
                <a:lnTo>
                  <a:pt x="214884" y="322517"/>
                </a:lnTo>
                <a:lnTo>
                  <a:pt x="107442" y="322517"/>
                </a:lnTo>
                <a:lnTo>
                  <a:pt x="107442" y="429959"/>
                </a:lnTo>
                <a:close/>
                <a:moveTo>
                  <a:pt x="322421" y="644938"/>
                </a:moveTo>
                <a:lnTo>
                  <a:pt x="429863" y="644938"/>
                </a:lnTo>
                <a:lnTo>
                  <a:pt x="429863" y="537496"/>
                </a:lnTo>
                <a:lnTo>
                  <a:pt x="322421" y="537496"/>
                </a:lnTo>
                <a:lnTo>
                  <a:pt x="322421" y="644938"/>
                </a:lnTo>
                <a:close/>
                <a:moveTo>
                  <a:pt x="322421" y="429959"/>
                </a:moveTo>
                <a:lnTo>
                  <a:pt x="429863" y="429959"/>
                </a:lnTo>
                <a:lnTo>
                  <a:pt x="429863" y="322517"/>
                </a:lnTo>
                <a:lnTo>
                  <a:pt x="322421" y="322517"/>
                </a:lnTo>
                <a:lnTo>
                  <a:pt x="322421" y="429959"/>
                </a:lnTo>
                <a:close/>
                <a:moveTo>
                  <a:pt x="322421" y="214979"/>
                </a:moveTo>
                <a:lnTo>
                  <a:pt x="429863" y="214979"/>
                </a:lnTo>
                <a:lnTo>
                  <a:pt x="429863" y="107537"/>
                </a:lnTo>
                <a:lnTo>
                  <a:pt x="322421" y="107537"/>
                </a:lnTo>
                <a:lnTo>
                  <a:pt x="322421" y="214979"/>
                </a:lnTo>
                <a:close/>
                <a:moveTo>
                  <a:pt x="537401" y="644938"/>
                </a:moveTo>
                <a:lnTo>
                  <a:pt x="644843" y="644938"/>
                </a:lnTo>
                <a:lnTo>
                  <a:pt x="644843" y="537496"/>
                </a:lnTo>
                <a:lnTo>
                  <a:pt x="537401" y="537496"/>
                </a:lnTo>
                <a:lnTo>
                  <a:pt x="537401" y="644938"/>
                </a:lnTo>
                <a:close/>
                <a:moveTo>
                  <a:pt x="537401" y="429959"/>
                </a:moveTo>
                <a:lnTo>
                  <a:pt x="644843" y="429959"/>
                </a:lnTo>
                <a:lnTo>
                  <a:pt x="644843" y="322517"/>
                </a:lnTo>
                <a:lnTo>
                  <a:pt x="537401" y="322517"/>
                </a:lnTo>
                <a:lnTo>
                  <a:pt x="537401" y="429959"/>
                </a:lnTo>
                <a:close/>
                <a:moveTo>
                  <a:pt x="537401" y="214979"/>
                </a:moveTo>
                <a:lnTo>
                  <a:pt x="644843" y="214979"/>
                </a:lnTo>
                <a:lnTo>
                  <a:pt x="644843" y="107537"/>
                </a:lnTo>
                <a:lnTo>
                  <a:pt x="537401" y="107537"/>
                </a:lnTo>
                <a:lnTo>
                  <a:pt x="537401" y="214979"/>
                </a:lnTo>
                <a:close/>
                <a:moveTo>
                  <a:pt x="752380" y="859917"/>
                </a:moveTo>
                <a:lnTo>
                  <a:pt x="859822" y="859917"/>
                </a:lnTo>
                <a:lnTo>
                  <a:pt x="859822" y="752475"/>
                </a:lnTo>
                <a:lnTo>
                  <a:pt x="752380" y="752475"/>
                </a:lnTo>
                <a:lnTo>
                  <a:pt x="752380" y="859917"/>
                </a:lnTo>
                <a:close/>
                <a:moveTo>
                  <a:pt x="752380" y="644938"/>
                </a:moveTo>
                <a:lnTo>
                  <a:pt x="859822" y="644938"/>
                </a:lnTo>
                <a:lnTo>
                  <a:pt x="859822" y="537496"/>
                </a:lnTo>
                <a:lnTo>
                  <a:pt x="752380" y="537496"/>
                </a:lnTo>
                <a:lnTo>
                  <a:pt x="752380" y="64493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9" name="Google Shape;1399;p40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400" name="Google Shape;1400;p40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1" name="Google Shape;1401;p40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2" name="Google Shape;1402;p40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3" name="Google Shape;1403;p40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4" name="Google Shape;1404;p40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5" name="Google Shape;1405;p40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6" name="Google Shape;1406;p40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7" name="Google Shape;1407;p40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8" name="Google Shape;1408;p40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09" name="Google Shape;1409;p40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0" name="Google Shape;1410;p40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1" name="Google Shape;1411;p40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2" name="Google Shape;1412;p40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3" name="Google Shape;1413;p40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4" name="Google Shape;1414;p40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5" name="Google Shape;1415;p40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6" name="Google Shape;1416;p40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7" name="Google Shape;1417;p40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0" name="Google Shape;1420;p40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1" name="Google Shape;1421;p40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2" name="Google Shape;1422;p40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3" name="Google Shape;1423;p40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4" name="Google Shape;1424;p40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5" name="Google Shape;1425;p40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6" name="Google Shape;1426;p40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7" name="Google Shape;1427;p40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8" name="Google Shape;1428;p40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29" name="Google Shape;1429;p40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0" name="Google Shape;1430;p40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1" name="Google Shape;1431;p40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2" name="Google Shape;1432;p40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3" name="Google Shape;1433;p40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4" name="Google Shape;1434;p40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5" name="Google Shape;1435;p40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6" name="Google Shape;1436;p40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7" name="Google Shape;1437;p40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8" name="Google Shape;1438;p40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9" name="Google Shape;1439;p40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0" name="Google Shape;1440;p40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1" name="Google Shape;1441;p40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2" name="Google Shape;1442;p40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3" name="Google Shape;1443;p40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4" name="Google Shape;1444;p40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5" name="Google Shape;1445;p40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6" name="Google Shape;1446;p40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7" name="Google Shape;1447;p40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8" name="Google Shape;1448;p40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9" name="Google Shape;1449;p40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0" name="Google Shape;1450;p40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1" name="Google Shape;1451;p40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2" name="Google Shape;1452;p40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3" name="Google Shape;1453;p40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4" name="Google Shape;1454;p40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5" name="Google Shape;1455;p40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6" name="Google Shape;1456;p40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7" name="Google Shape;1457;p40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8" name="Google Shape;1458;p40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59" name="Google Shape;1459;p40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60" name="Google Shape;1460;p40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61" name="Google Shape;1461;p40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62" name="Google Shape;1462;p40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63" name="Google Shape;1463;p40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64" name="Google Shape;1464;p40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65" name="Google Shape;1465;p40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66" name="Google Shape;1466;p40"/>
          <p:cNvSpPr/>
          <p:nvPr/>
        </p:nvSpPr>
        <p:spPr>
          <a:xfrm>
            <a:off x="2288472" y="3382924"/>
            <a:ext cx="2389887" cy="1791679"/>
          </a:xfrm>
          <a:custGeom>
            <a:rect b="b" l="l" r="r" t="t"/>
            <a:pathLst>
              <a:path extrusionOk="0" h="1791679" w="2389887">
                <a:moveTo>
                  <a:pt x="0" y="0"/>
                </a:moveTo>
                <a:cubicBezTo>
                  <a:pt x="71754" y="1287778"/>
                  <a:pt x="560803" y="615415"/>
                  <a:pt x="1002392" y="850537"/>
                </a:cubicBezTo>
                <a:cubicBezTo>
                  <a:pt x="1672200" y="1242260"/>
                  <a:pt x="1026746" y="1805391"/>
                  <a:pt x="2389887" y="1791425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67" name="Google Shape;1467;p40"/>
          <p:cNvSpPr/>
          <p:nvPr/>
        </p:nvSpPr>
        <p:spPr>
          <a:xfrm>
            <a:off x="7319430" y="2258208"/>
            <a:ext cx="2404401" cy="911235"/>
          </a:xfrm>
          <a:custGeom>
            <a:rect b="b" l="l" r="r" t="t"/>
            <a:pathLst>
              <a:path extrusionOk="0" h="911235" w="2404401">
                <a:moveTo>
                  <a:pt x="0" y="506124"/>
                </a:moveTo>
                <a:cubicBezTo>
                  <a:pt x="71755" y="1547161"/>
                  <a:pt x="720460" y="221654"/>
                  <a:pt x="1205592" y="485805"/>
                </a:cubicBezTo>
                <a:cubicBezTo>
                  <a:pt x="1875400" y="877528"/>
                  <a:pt x="1375089" y="-199456"/>
                  <a:pt x="2404401" y="33321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468" name="Google Shape;1468;p40"/>
          <p:cNvGrpSpPr/>
          <p:nvPr/>
        </p:nvGrpSpPr>
        <p:grpSpPr>
          <a:xfrm flipH="1" rot="-10573186">
            <a:off x="723117" y="2648983"/>
            <a:ext cx="2813686" cy="874372"/>
            <a:chOff x="-289731" y="2797058"/>
            <a:chExt cx="6257925" cy="2371725"/>
          </a:xfrm>
        </p:grpSpPr>
        <p:sp>
          <p:nvSpPr>
            <p:cNvPr id="1469" name="Google Shape;1469;p40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70" name="Google Shape;1470;p40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1471" name="Google Shape;1471;p40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472" name="Google Shape;1472;p40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73" name="Google Shape;1473;p40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74" name="Google Shape;1474;p40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75" name="Google Shape;1475;p40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76" name="Google Shape;1476;p40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7" name="Google Shape;1477;p40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8" name="Google Shape;1478;p40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9" name="Google Shape;1479;p40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0" name="Google Shape;1480;p40"/>
          <p:cNvSpPr txBox="1"/>
          <p:nvPr/>
        </p:nvSpPr>
        <p:spPr>
          <a:xfrm>
            <a:off x="666296" y="1806594"/>
            <a:ext cx="251716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Revenue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81" name="Google Shape;1481;p40"/>
          <p:cNvSpPr txBox="1"/>
          <p:nvPr/>
        </p:nvSpPr>
        <p:spPr>
          <a:xfrm flipH="1" rot="216266">
            <a:off x="845655" y="2732226"/>
            <a:ext cx="25686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Streams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82" name="Google Shape;1482;p40"/>
          <p:cNvSpPr txBox="1"/>
          <p:nvPr/>
        </p:nvSpPr>
        <p:spPr>
          <a:xfrm>
            <a:off x="8597408" y="3823863"/>
            <a:ext cx="2865211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3" name="Google Shape;1483;p40"/>
          <p:cNvSpPr txBox="1"/>
          <p:nvPr/>
        </p:nvSpPr>
        <p:spPr>
          <a:xfrm>
            <a:off x="8597407" y="3429000"/>
            <a:ext cx="20866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Consulting Services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84" name="Google Shape;1484;p40"/>
          <p:cNvSpPr txBox="1"/>
          <p:nvPr/>
        </p:nvSpPr>
        <p:spPr>
          <a:xfrm>
            <a:off x="8597408" y="5656566"/>
            <a:ext cx="2865211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5" name="Google Shape;1485;p40"/>
          <p:cNvSpPr txBox="1"/>
          <p:nvPr/>
        </p:nvSpPr>
        <p:spPr>
          <a:xfrm>
            <a:off x="8597407" y="5261703"/>
            <a:ext cx="20866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Integrations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86" name="Google Shape;1486;p40"/>
          <p:cNvSpPr txBox="1"/>
          <p:nvPr/>
        </p:nvSpPr>
        <p:spPr>
          <a:xfrm>
            <a:off x="614551" y="5592005"/>
            <a:ext cx="2865211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87" name="Google Shape;1487;p40"/>
          <p:cNvSpPr txBox="1"/>
          <p:nvPr/>
        </p:nvSpPr>
        <p:spPr>
          <a:xfrm>
            <a:off x="614550" y="5197142"/>
            <a:ext cx="20866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Software Licensing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488" name="Google Shape;1488;p40"/>
          <p:cNvGrpSpPr/>
          <p:nvPr/>
        </p:nvGrpSpPr>
        <p:grpSpPr>
          <a:xfrm>
            <a:off x="11048859" y="2850998"/>
            <a:ext cx="351010" cy="351010"/>
            <a:chOff x="4876800" y="2209800"/>
            <a:chExt cx="2438400" cy="2438400"/>
          </a:xfrm>
        </p:grpSpPr>
        <p:sp>
          <p:nvSpPr>
            <p:cNvPr id="1489" name="Google Shape;1489;p40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90" name="Google Shape;1490;p4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91" name="Google Shape;1491;p40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92" name="Google Shape;1492;p4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93" name="Google Shape;1493;p40"/>
          <p:cNvSpPr/>
          <p:nvPr/>
        </p:nvSpPr>
        <p:spPr>
          <a:xfrm>
            <a:off x="9409238" y="1942740"/>
            <a:ext cx="629186" cy="6291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494" name="Google Shape;1494;p40"/>
          <p:cNvGrpSpPr/>
          <p:nvPr/>
        </p:nvGrpSpPr>
        <p:grpSpPr>
          <a:xfrm>
            <a:off x="845278" y="4230625"/>
            <a:ext cx="351010" cy="351010"/>
            <a:chOff x="4876800" y="2209800"/>
            <a:chExt cx="2438400" cy="2438400"/>
          </a:xfrm>
        </p:grpSpPr>
        <p:sp>
          <p:nvSpPr>
            <p:cNvPr id="1495" name="Google Shape;1495;p40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96" name="Google Shape;1496;p4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97" name="Google Shape;1497;p40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98" name="Google Shape;1498;p4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99" name="Google Shape;1499;p40"/>
          <p:cNvSpPr/>
          <p:nvPr/>
        </p:nvSpPr>
        <p:spPr>
          <a:xfrm>
            <a:off x="9603574" y="2128682"/>
            <a:ext cx="240514" cy="240502"/>
          </a:xfrm>
          <a:custGeom>
            <a:rect b="b" l="l" r="r" t="t"/>
            <a:pathLst>
              <a:path extrusionOk="0" h="2174748" w="2174843">
                <a:moveTo>
                  <a:pt x="0" y="2174748"/>
                </a:moveTo>
                <a:lnTo>
                  <a:pt x="0" y="1933099"/>
                </a:lnTo>
                <a:lnTo>
                  <a:pt x="241649" y="1691450"/>
                </a:lnTo>
                <a:lnTo>
                  <a:pt x="241649" y="2174748"/>
                </a:lnTo>
                <a:lnTo>
                  <a:pt x="0" y="2174748"/>
                </a:lnTo>
                <a:close/>
                <a:moveTo>
                  <a:pt x="483299" y="2174748"/>
                </a:moveTo>
                <a:lnTo>
                  <a:pt x="483299" y="1449800"/>
                </a:lnTo>
                <a:lnTo>
                  <a:pt x="724948" y="1208151"/>
                </a:lnTo>
                <a:lnTo>
                  <a:pt x="724948" y="2174748"/>
                </a:lnTo>
                <a:lnTo>
                  <a:pt x="483299" y="2174748"/>
                </a:lnTo>
                <a:close/>
                <a:moveTo>
                  <a:pt x="966597" y="2174748"/>
                </a:moveTo>
                <a:lnTo>
                  <a:pt x="966597" y="1208151"/>
                </a:lnTo>
                <a:lnTo>
                  <a:pt x="1208246" y="1452848"/>
                </a:lnTo>
                <a:lnTo>
                  <a:pt x="1208246" y="2174748"/>
                </a:lnTo>
                <a:lnTo>
                  <a:pt x="966597" y="2174748"/>
                </a:lnTo>
                <a:close/>
                <a:moveTo>
                  <a:pt x="1449896" y="2174748"/>
                </a:moveTo>
                <a:lnTo>
                  <a:pt x="1449896" y="1452848"/>
                </a:lnTo>
                <a:lnTo>
                  <a:pt x="1691545" y="1211199"/>
                </a:lnTo>
                <a:lnTo>
                  <a:pt x="1691545" y="2174748"/>
                </a:lnTo>
                <a:lnTo>
                  <a:pt x="1449896" y="2174748"/>
                </a:lnTo>
                <a:close/>
                <a:moveTo>
                  <a:pt x="1933194" y="2174748"/>
                </a:moveTo>
                <a:lnTo>
                  <a:pt x="1933194" y="966597"/>
                </a:lnTo>
                <a:lnTo>
                  <a:pt x="2174843" y="724948"/>
                </a:lnTo>
                <a:lnTo>
                  <a:pt x="2174843" y="2174748"/>
                </a:lnTo>
                <a:lnTo>
                  <a:pt x="1933194" y="2174748"/>
                </a:lnTo>
                <a:close/>
                <a:moveTo>
                  <a:pt x="0" y="1549527"/>
                </a:moveTo>
                <a:lnTo>
                  <a:pt x="0" y="1208246"/>
                </a:lnTo>
                <a:lnTo>
                  <a:pt x="845725" y="362426"/>
                </a:lnTo>
                <a:lnTo>
                  <a:pt x="1329023" y="845725"/>
                </a:lnTo>
                <a:lnTo>
                  <a:pt x="2174748" y="0"/>
                </a:lnTo>
                <a:lnTo>
                  <a:pt x="2174748" y="341281"/>
                </a:lnTo>
                <a:lnTo>
                  <a:pt x="1329023" y="1187006"/>
                </a:lnTo>
                <a:lnTo>
                  <a:pt x="845725" y="703707"/>
                </a:lnTo>
                <a:lnTo>
                  <a:pt x="0" y="154952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500" name="Google Shape;1500;p40"/>
          <p:cNvPicPr preferRelativeResize="0"/>
          <p:nvPr>
            <p:ph idx="2" type="pic"/>
          </p:nvPr>
        </p:nvPicPr>
        <p:blipFill/>
        <p:spPr>
          <a:xfrm>
            <a:off x="4376529" y="1951038"/>
            <a:ext cx="3438939" cy="4392804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" name="Google Shape;1505;p41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506" name="Google Shape;1506;p41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6" name="Google Shape;1516;p41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7" name="Google Shape;1517;p41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8" name="Google Shape;1518;p41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1" name="Google Shape;1521;p41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2" name="Google Shape;1522;p41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7" name="Google Shape;1527;p41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8" name="Google Shape;1528;p41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0" name="Google Shape;1530;p41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1" name="Google Shape;1531;p41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2" name="Google Shape;1532;p41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7" name="Google Shape;1537;p41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8" name="Google Shape;1538;p41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9" name="Google Shape;1539;p41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0" name="Google Shape;1540;p41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1" name="Google Shape;1541;p41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2" name="Google Shape;1542;p41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3" name="Google Shape;1543;p41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4" name="Google Shape;1544;p41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5" name="Google Shape;1545;p41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6" name="Google Shape;1546;p41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7" name="Google Shape;1547;p41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8" name="Google Shape;1548;p41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9" name="Google Shape;1549;p41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0" name="Google Shape;1550;p41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1" name="Google Shape;1551;p41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2" name="Google Shape;1552;p41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3" name="Google Shape;1553;p41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4" name="Google Shape;1554;p41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5" name="Google Shape;1555;p41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6" name="Google Shape;1556;p41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7" name="Google Shape;1557;p41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8" name="Google Shape;1558;p41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59" name="Google Shape;1559;p41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0" name="Google Shape;1560;p41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1" name="Google Shape;1561;p41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2" name="Google Shape;1562;p41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3" name="Google Shape;1563;p41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4" name="Google Shape;1564;p41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5" name="Google Shape;1565;p41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6" name="Google Shape;1566;p41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7" name="Google Shape;1567;p41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8" name="Google Shape;1568;p41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69" name="Google Shape;1569;p41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70" name="Google Shape;1570;p41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71" name="Google Shape;1571;p41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572" name="Google Shape;1572;p41"/>
          <p:cNvSpPr/>
          <p:nvPr/>
        </p:nvSpPr>
        <p:spPr>
          <a:xfrm>
            <a:off x="3699066" y="3844537"/>
            <a:ext cx="2066037" cy="1793785"/>
          </a:xfrm>
          <a:custGeom>
            <a:rect b="b" l="l" r="r" t="t"/>
            <a:pathLst>
              <a:path extrusionOk="0" h="1793785" w="2066037">
                <a:moveTo>
                  <a:pt x="0" y="1793785"/>
                </a:moveTo>
                <a:cubicBezTo>
                  <a:pt x="1090929" y="1697263"/>
                  <a:pt x="1165323" y="1484640"/>
                  <a:pt x="813162" y="875212"/>
                </a:cubicBezTo>
                <a:cubicBezTo>
                  <a:pt x="651120" y="600185"/>
                  <a:pt x="702896" y="13966"/>
                  <a:pt x="2066037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573" name="Google Shape;1573;p41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574" name="Google Shape;1574;p41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75" name="Google Shape;1575;p41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576" name="Google Shape;1576;p41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77" name="Google Shape;1577;p41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78" name="Google Shape;1578;p41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79" name="Google Shape;1579;p41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80" name="Google Shape;1580;p41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81" name="Google Shape;1581;p41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582" name="Google Shape;1582;p41"/>
          <p:cNvGrpSpPr/>
          <p:nvPr/>
        </p:nvGrpSpPr>
        <p:grpSpPr>
          <a:xfrm>
            <a:off x="5278984" y="2402282"/>
            <a:ext cx="3309418" cy="1618174"/>
            <a:chOff x="1282747" y="1906681"/>
            <a:chExt cx="2667000" cy="1238250"/>
          </a:xfrm>
        </p:grpSpPr>
        <p:sp>
          <p:nvSpPr>
            <p:cNvPr id="1583" name="Google Shape;1583;p41"/>
            <p:cNvSpPr/>
            <p:nvPr/>
          </p:nvSpPr>
          <p:spPr>
            <a:xfrm>
              <a:off x="1282747" y="1906681"/>
              <a:ext cx="2667000" cy="1238250"/>
            </a:xfrm>
            <a:custGeom>
              <a:rect b="b" l="l" r="r" t="t"/>
              <a:pathLst>
                <a:path extrusionOk="0" h="1238250" w="2667000">
                  <a:moveTo>
                    <a:pt x="2667000" y="295275"/>
                  </a:moveTo>
                  <a:lnTo>
                    <a:pt x="2667000" y="1034129"/>
                  </a:lnTo>
                  <a:cubicBezTo>
                    <a:pt x="2667000" y="1146905"/>
                    <a:pt x="2575655" y="1238250"/>
                    <a:pt x="2462879" y="1238250"/>
                  </a:cubicBezTo>
                  <a:lnTo>
                    <a:pt x="204121" y="1238250"/>
                  </a:lnTo>
                  <a:cubicBezTo>
                    <a:pt x="91345" y="1238250"/>
                    <a:pt x="0" y="1146905"/>
                    <a:pt x="0" y="1034129"/>
                  </a:cubicBezTo>
                  <a:lnTo>
                    <a:pt x="0" y="204121"/>
                  </a:lnTo>
                  <a:cubicBezTo>
                    <a:pt x="0" y="91345"/>
                    <a:pt x="91345" y="0"/>
                    <a:pt x="204121" y="0"/>
                  </a:cubicBezTo>
                  <a:lnTo>
                    <a:pt x="2339054" y="0"/>
                  </a:lnTo>
                  <a:lnTo>
                    <a:pt x="2667000" y="2952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84" name="Google Shape;1584;p41"/>
            <p:cNvSpPr/>
            <p:nvPr/>
          </p:nvSpPr>
          <p:spPr>
            <a:xfrm>
              <a:off x="3603641" y="1906681"/>
              <a:ext cx="346105" cy="295275"/>
            </a:xfrm>
            <a:custGeom>
              <a:rect b="b" l="l" r="r" t="t"/>
              <a:pathLst>
                <a:path extrusionOk="0" h="295275" w="346105">
                  <a:moveTo>
                    <a:pt x="346105" y="295275"/>
                  </a:moveTo>
                  <a:lnTo>
                    <a:pt x="73500" y="295275"/>
                  </a:lnTo>
                  <a:cubicBezTo>
                    <a:pt x="30542" y="295275"/>
                    <a:pt x="-3272" y="258604"/>
                    <a:pt x="253" y="215741"/>
                  </a:cubicBezTo>
                  <a:lnTo>
                    <a:pt x="18160" y="0"/>
                  </a:lnTo>
                  <a:lnTo>
                    <a:pt x="346105" y="2952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585" name="Google Shape;1585;p41"/>
          <p:cNvSpPr txBox="1"/>
          <p:nvPr/>
        </p:nvSpPr>
        <p:spPr>
          <a:xfrm>
            <a:off x="5574157" y="2999679"/>
            <a:ext cx="28143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86" name="Google Shape;1586;p41"/>
          <p:cNvSpPr txBox="1"/>
          <p:nvPr/>
        </p:nvSpPr>
        <p:spPr>
          <a:xfrm>
            <a:off x="5574156" y="2604816"/>
            <a:ext cx="18300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Primary Audience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87" name="Google Shape;1587;p41"/>
          <p:cNvSpPr txBox="1"/>
          <p:nvPr/>
        </p:nvSpPr>
        <p:spPr>
          <a:xfrm>
            <a:off x="570219" y="4590486"/>
            <a:ext cx="19189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Target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588" name="Google Shape;1588;p41"/>
          <p:cNvGrpSpPr/>
          <p:nvPr/>
        </p:nvGrpSpPr>
        <p:grpSpPr>
          <a:xfrm flipH="1" rot="10637137">
            <a:off x="701481" y="5373394"/>
            <a:ext cx="3213392" cy="874372"/>
            <a:chOff x="-289731" y="2797058"/>
            <a:chExt cx="6257925" cy="2371725"/>
          </a:xfrm>
        </p:grpSpPr>
        <p:sp>
          <p:nvSpPr>
            <p:cNvPr id="1589" name="Google Shape;1589;p41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90" name="Google Shape;1590;p41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591" name="Google Shape;1591;p41"/>
          <p:cNvSpPr txBox="1"/>
          <p:nvPr/>
        </p:nvSpPr>
        <p:spPr>
          <a:xfrm rot="-162863">
            <a:off x="831317" y="5477447"/>
            <a:ext cx="28326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Audience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92" name="Google Shape;1592;p41"/>
          <p:cNvSpPr txBox="1"/>
          <p:nvPr/>
        </p:nvSpPr>
        <p:spPr>
          <a:xfrm>
            <a:off x="5278985" y="5644553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93" name="Google Shape;1593;p41"/>
          <p:cNvSpPr txBox="1"/>
          <p:nvPr/>
        </p:nvSpPr>
        <p:spPr>
          <a:xfrm>
            <a:off x="5278984" y="5249690"/>
            <a:ext cx="20866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Industries We Serve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594" name="Google Shape;1594;p41"/>
          <p:cNvSpPr txBox="1"/>
          <p:nvPr/>
        </p:nvSpPr>
        <p:spPr>
          <a:xfrm>
            <a:off x="8872414" y="5644553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95" name="Google Shape;1595;p41"/>
          <p:cNvSpPr txBox="1"/>
          <p:nvPr/>
        </p:nvSpPr>
        <p:spPr>
          <a:xfrm>
            <a:off x="8872413" y="5249690"/>
            <a:ext cx="20866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Industries We Serve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596" name="Google Shape;1596;p41"/>
          <p:cNvGrpSpPr/>
          <p:nvPr/>
        </p:nvGrpSpPr>
        <p:grpSpPr>
          <a:xfrm flipH="1" rot="10800000">
            <a:off x="9727064" y="2403499"/>
            <a:ext cx="1776256" cy="1371970"/>
            <a:chOff x="3805237" y="1314450"/>
            <a:chExt cx="4581525" cy="4229100"/>
          </a:xfrm>
        </p:grpSpPr>
        <p:sp>
          <p:nvSpPr>
            <p:cNvPr id="1597" name="Google Shape;1597;p41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98" name="Google Shape;1598;p41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599" name="Google Shape;1599;p41"/>
          <p:cNvSpPr txBox="1"/>
          <p:nvPr/>
        </p:nvSpPr>
        <p:spPr>
          <a:xfrm>
            <a:off x="9945968" y="3016218"/>
            <a:ext cx="1361430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Reduced Operational Inefficiencies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00" name="Google Shape;1600;p41"/>
          <p:cNvSpPr txBox="1"/>
          <p:nvPr/>
        </p:nvSpPr>
        <p:spPr>
          <a:xfrm>
            <a:off x="9939592" y="2552114"/>
            <a:ext cx="10767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30%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601" name="Google Shape;1601;p41"/>
          <p:cNvSpPr/>
          <p:nvPr/>
        </p:nvSpPr>
        <p:spPr>
          <a:xfrm>
            <a:off x="9607587" y="3500922"/>
            <a:ext cx="379466" cy="3794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02" name="Google Shape;1602;p41"/>
          <p:cNvSpPr/>
          <p:nvPr/>
        </p:nvSpPr>
        <p:spPr>
          <a:xfrm>
            <a:off x="9711978" y="3602687"/>
            <a:ext cx="170684" cy="170684"/>
          </a:xfrm>
          <a:custGeom>
            <a:rect b="b" l="l" r="r" t="t"/>
            <a:pathLst>
              <a:path extrusionOk="0" h="998410" w="998410">
                <a:moveTo>
                  <a:pt x="673989" y="449199"/>
                </a:moveTo>
                <a:cubicBezTo>
                  <a:pt x="694754" y="449199"/>
                  <a:pt x="712470" y="441960"/>
                  <a:pt x="727043" y="427387"/>
                </a:cubicBezTo>
                <a:cubicBezTo>
                  <a:pt x="741616" y="412813"/>
                  <a:pt x="748855" y="395192"/>
                  <a:pt x="748855" y="374333"/>
                </a:cubicBezTo>
                <a:cubicBezTo>
                  <a:pt x="748855" y="353473"/>
                  <a:pt x="741616" y="335851"/>
                  <a:pt x="727043" y="321278"/>
                </a:cubicBezTo>
                <a:cubicBezTo>
                  <a:pt x="712470" y="306705"/>
                  <a:pt x="694848" y="299466"/>
                  <a:pt x="673989" y="299466"/>
                </a:cubicBezTo>
                <a:cubicBezTo>
                  <a:pt x="653129" y="299466"/>
                  <a:pt x="635508" y="306705"/>
                  <a:pt x="620935" y="321278"/>
                </a:cubicBezTo>
                <a:cubicBezTo>
                  <a:pt x="606361" y="335851"/>
                  <a:pt x="599122" y="353473"/>
                  <a:pt x="599122" y="374333"/>
                </a:cubicBezTo>
                <a:cubicBezTo>
                  <a:pt x="599122" y="395192"/>
                  <a:pt x="606361" y="412813"/>
                  <a:pt x="620935" y="427387"/>
                </a:cubicBezTo>
                <a:cubicBezTo>
                  <a:pt x="635508" y="441960"/>
                  <a:pt x="653129" y="449199"/>
                  <a:pt x="673989" y="449199"/>
                </a:cubicBezTo>
                <a:close/>
                <a:moveTo>
                  <a:pt x="324517" y="449199"/>
                </a:moveTo>
                <a:cubicBezTo>
                  <a:pt x="345281" y="449199"/>
                  <a:pt x="362998" y="441960"/>
                  <a:pt x="377571" y="427387"/>
                </a:cubicBezTo>
                <a:cubicBezTo>
                  <a:pt x="392144" y="412813"/>
                  <a:pt x="399383" y="395192"/>
                  <a:pt x="399383" y="374333"/>
                </a:cubicBezTo>
                <a:cubicBezTo>
                  <a:pt x="399383" y="353473"/>
                  <a:pt x="392144" y="335851"/>
                  <a:pt x="377571" y="321278"/>
                </a:cubicBezTo>
                <a:cubicBezTo>
                  <a:pt x="362998" y="306705"/>
                  <a:pt x="345377" y="299466"/>
                  <a:pt x="324517" y="299466"/>
                </a:cubicBezTo>
                <a:cubicBezTo>
                  <a:pt x="303657" y="299466"/>
                  <a:pt x="286035" y="306705"/>
                  <a:pt x="271463" y="321278"/>
                </a:cubicBezTo>
                <a:cubicBezTo>
                  <a:pt x="256889" y="335851"/>
                  <a:pt x="249650" y="353473"/>
                  <a:pt x="249650" y="374333"/>
                </a:cubicBezTo>
                <a:cubicBezTo>
                  <a:pt x="249650" y="395192"/>
                  <a:pt x="256889" y="412813"/>
                  <a:pt x="271463" y="427387"/>
                </a:cubicBezTo>
                <a:cubicBezTo>
                  <a:pt x="286035" y="441960"/>
                  <a:pt x="303657" y="449199"/>
                  <a:pt x="324517" y="449199"/>
                </a:cubicBezTo>
                <a:close/>
                <a:moveTo>
                  <a:pt x="499205" y="773716"/>
                </a:moveTo>
                <a:cubicBezTo>
                  <a:pt x="555784" y="773716"/>
                  <a:pt x="607123" y="757714"/>
                  <a:pt x="653319" y="725710"/>
                </a:cubicBezTo>
                <a:cubicBezTo>
                  <a:pt x="699516" y="693706"/>
                  <a:pt x="732948" y="651415"/>
                  <a:pt x="753808" y="599027"/>
                </a:cubicBezTo>
                <a:lnTo>
                  <a:pt x="671417" y="599027"/>
                </a:lnTo>
                <a:cubicBezTo>
                  <a:pt x="653129" y="629793"/>
                  <a:pt x="628745" y="654177"/>
                  <a:pt x="598361" y="672084"/>
                </a:cubicBezTo>
                <a:cubicBezTo>
                  <a:pt x="567976" y="689991"/>
                  <a:pt x="534924" y="698944"/>
                  <a:pt x="499110" y="698944"/>
                </a:cubicBezTo>
                <a:cubicBezTo>
                  <a:pt x="463296" y="698944"/>
                  <a:pt x="430244" y="689991"/>
                  <a:pt x="399859" y="672084"/>
                </a:cubicBezTo>
                <a:cubicBezTo>
                  <a:pt x="369475" y="654177"/>
                  <a:pt x="345186" y="629888"/>
                  <a:pt x="326803" y="599027"/>
                </a:cubicBezTo>
                <a:lnTo>
                  <a:pt x="244411" y="599027"/>
                </a:lnTo>
                <a:cubicBezTo>
                  <a:pt x="265176" y="651415"/>
                  <a:pt x="298704" y="693706"/>
                  <a:pt x="344900" y="725710"/>
                </a:cubicBezTo>
                <a:cubicBezTo>
                  <a:pt x="391096" y="757714"/>
                  <a:pt x="442436" y="773716"/>
                  <a:pt x="499014" y="773716"/>
                </a:cubicBezTo>
                <a:close/>
                <a:moveTo>
                  <a:pt x="499205" y="998410"/>
                </a:moveTo>
                <a:cubicBezTo>
                  <a:pt x="430149" y="998410"/>
                  <a:pt x="365284" y="985266"/>
                  <a:pt x="304514" y="959072"/>
                </a:cubicBezTo>
                <a:cubicBezTo>
                  <a:pt x="243744" y="932879"/>
                  <a:pt x="190976" y="897255"/>
                  <a:pt x="146018" y="852392"/>
                </a:cubicBezTo>
                <a:cubicBezTo>
                  <a:pt x="101060" y="807530"/>
                  <a:pt x="65532" y="754666"/>
                  <a:pt x="39338" y="693896"/>
                </a:cubicBezTo>
                <a:cubicBezTo>
                  <a:pt x="13145" y="633127"/>
                  <a:pt x="0" y="568262"/>
                  <a:pt x="0" y="499205"/>
                </a:cubicBezTo>
                <a:cubicBezTo>
                  <a:pt x="0" y="430149"/>
                  <a:pt x="13145" y="365284"/>
                  <a:pt x="39338" y="304514"/>
                </a:cubicBezTo>
                <a:cubicBezTo>
                  <a:pt x="65532" y="243745"/>
                  <a:pt x="101155" y="190976"/>
                  <a:pt x="146018" y="146018"/>
                </a:cubicBezTo>
                <a:cubicBezTo>
                  <a:pt x="190976" y="101060"/>
                  <a:pt x="243744" y="65532"/>
                  <a:pt x="304514" y="39338"/>
                </a:cubicBezTo>
                <a:cubicBezTo>
                  <a:pt x="365284" y="13144"/>
                  <a:pt x="430149" y="0"/>
                  <a:pt x="499205" y="0"/>
                </a:cubicBezTo>
                <a:cubicBezTo>
                  <a:pt x="568261" y="0"/>
                  <a:pt x="633127" y="13144"/>
                  <a:pt x="693896" y="39338"/>
                </a:cubicBezTo>
                <a:cubicBezTo>
                  <a:pt x="754666" y="65532"/>
                  <a:pt x="807434" y="101155"/>
                  <a:pt x="852392" y="146018"/>
                </a:cubicBezTo>
                <a:cubicBezTo>
                  <a:pt x="897350" y="190881"/>
                  <a:pt x="932879" y="243745"/>
                  <a:pt x="959072" y="304514"/>
                </a:cubicBezTo>
                <a:cubicBezTo>
                  <a:pt x="985266" y="365284"/>
                  <a:pt x="998411" y="430149"/>
                  <a:pt x="998411" y="499205"/>
                </a:cubicBezTo>
                <a:cubicBezTo>
                  <a:pt x="998411" y="568262"/>
                  <a:pt x="985266" y="633127"/>
                  <a:pt x="959072" y="693896"/>
                </a:cubicBezTo>
                <a:cubicBezTo>
                  <a:pt x="932879" y="754666"/>
                  <a:pt x="897255" y="807434"/>
                  <a:pt x="852392" y="852392"/>
                </a:cubicBezTo>
                <a:cubicBezTo>
                  <a:pt x="807434" y="897350"/>
                  <a:pt x="754666" y="932879"/>
                  <a:pt x="693896" y="959072"/>
                </a:cubicBezTo>
                <a:cubicBezTo>
                  <a:pt x="633127" y="985266"/>
                  <a:pt x="568261" y="998410"/>
                  <a:pt x="499205" y="998410"/>
                </a:cubicBezTo>
                <a:close/>
                <a:moveTo>
                  <a:pt x="499205" y="898588"/>
                </a:moveTo>
                <a:cubicBezTo>
                  <a:pt x="610743" y="898588"/>
                  <a:pt x="705135" y="859917"/>
                  <a:pt x="782478" y="782479"/>
                </a:cubicBezTo>
                <a:cubicBezTo>
                  <a:pt x="859821" y="705136"/>
                  <a:pt x="898588" y="610648"/>
                  <a:pt x="898588" y="499205"/>
                </a:cubicBezTo>
                <a:cubicBezTo>
                  <a:pt x="898588" y="387763"/>
                  <a:pt x="859917" y="293275"/>
                  <a:pt x="782478" y="215932"/>
                </a:cubicBezTo>
                <a:cubicBezTo>
                  <a:pt x="705135" y="138589"/>
                  <a:pt x="610648" y="99822"/>
                  <a:pt x="499205" y="99822"/>
                </a:cubicBezTo>
                <a:cubicBezTo>
                  <a:pt x="387762" y="99822"/>
                  <a:pt x="293275" y="138493"/>
                  <a:pt x="215932" y="215932"/>
                </a:cubicBezTo>
                <a:cubicBezTo>
                  <a:pt x="138589" y="293275"/>
                  <a:pt x="99822" y="387763"/>
                  <a:pt x="99822" y="499205"/>
                </a:cubicBezTo>
                <a:cubicBezTo>
                  <a:pt x="99822" y="610648"/>
                  <a:pt x="138493" y="705136"/>
                  <a:pt x="215932" y="782479"/>
                </a:cubicBezTo>
                <a:cubicBezTo>
                  <a:pt x="293275" y="859822"/>
                  <a:pt x="387762" y="898588"/>
                  <a:pt x="499205" y="89858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603" name="Google Shape;1603;p41"/>
          <p:cNvGrpSpPr/>
          <p:nvPr/>
        </p:nvGrpSpPr>
        <p:grpSpPr>
          <a:xfrm>
            <a:off x="8037470" y="4656999"/>
            <a:ext cx="351010" cy="351010"/>
            <a:chOff x="4876800" y="2209800"/>
            <a:chExt cx="2438400" cy="2438400"/>
          </a:xfrm>
        </p:grpSpPr>
        <p:sp>
          <p:nvSpPr>
            <p:cNvPr id="1604" name="Google Shape;1604;p41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05" name="Google Shape;1605;p4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06" name="Google Shape;1606;p41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07" name="Google Shape;1607;p4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1608" name="Google Shape;1608;p41"/>
          <p:cNvPicPr preferRelativeResize="0"/>
          <p:nvPr>
            <p:ph idx="2" type="pic"/>
          </p:nvPr>
        </p:nvPicPr>
        <p:blipFill/>
        <p:spPr>
          <a:xfrm>
            <a:off x="695325" y="1951038"/>
            <a:ext cx="3251195" cy="2069418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42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614" name="Google Shape;1614;p42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15" name="Google Shape;1615;p42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16" name="Google Shape;1616;p42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17" name="Google Shape;1617;p42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18" name="Google Shape;1618;p42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19" name="Google Shape;1619;p42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0" name="Google Shape;1620;p42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1" name="Google Shape;1621;p42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6" name="Google Shape;1626;p42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7" name="Google Shape;1627;p42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0" name="Google Shape;1630;p42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1" name="Google Shape;1631;p42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2" name="Google Shape;1632;p42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3" name="Google Shape;1633;p42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4" name="Google Shape;1634;p42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5" name="Google Shape;1635;p42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6" name="Google Shape;1636;p42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7" name="Google Shape;1637;p42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8" name="Google Shape;1638;p42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39" name="Google Shape;1639;p42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0" name="Google Shape;1640;p42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1" name="Google Shape;1641;p42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2" name="Google Shape;1642;p42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3" name="Google Shape;1643;p42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4" name="Google Shape;1644;p42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7" name="Google Shape;1647;p42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8" name="Google Shape;1648;p42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49" name="Google Shape;1649;p42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0" name="Google Shape;1650;p42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1" name="Google Shape;1651;p42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2" name="Google Shape;1652;p42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3" name="Google Shape;1653;p42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4" name="Google Shape;1654;p42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5" name="Google Shape;1655;p42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6" name="Google Shape;1656;p42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7" name="Google Shape;1657;p42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8" name="Google Shape;1658;p42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59" name="Google Shape;1659;p42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0" name="Google Shape;1660;p42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1" name="Google Shape;1661;p42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2" name="Google Shape;1662;p42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3" name="Google Shape;1663;p42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4" name="Google Shape;1664;p42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5" name="Google Shape;1665;p42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6" name="Google Shape;1666;p42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7" name="Google Shape;1667;p42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8" name="Google Shape;1668;p42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69" name="Google Shape;1669;p42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0" name="Google Shape;1670;p42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1" name="Google Shape;1671;p42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2" name="Google Shape;1672;p42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3" name="Google Shape;1673;p42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4" name="Google Shape;1674;p42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5" name="Google Shape;1675;p42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680" name="Google Shape;1680;p42"/>
          <p:cNvSpPr/>
          <p:nvPr/>
        </p:nvSpPr>
        <p:spPr>
          <a:xfrm>
            <a:off x="2570233" y="3006443"/>
            <a:ext cx="2080551" cy="1435302"/>
          </a:xfrm>
          <a:custGeom>
            <a:rect b="b" l="l" r="r" t="t"/>
            <a:pathLst>
              <a:path extrusionOk="0" h="1435302" w="2080551">
                <a:moveTo>
                  <a:pt x="0" y="307905"/>
                </a:moveTo>
                <a:cubicBezTo>
                  <a:pt x="605155" y="882217"/>
                  <a:pt x="968110" y="-157540"/>
                  <a:pt x="1377042" y="20886"/>
                </a:cubicBezTo>
                <a:cubicBezTo>
                  <a:pt x="1837300" y="260209"/>
                  <a:pt x="1051239" y="1202525"/>
                  <a:pt x="2080551" y="1435302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681" name="Google Shape;1681;p42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682" name="Google Shape;1682;p42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684" name="Google Shape;1684;p42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685" name="Google Shape;1685;p42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686" name="Google Shape;1686;p42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87" name="Google Shape;1687;p42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88" name="Google Shape;1688;p42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89" name="Google Shape;1689;p42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690" name="Google Shape;1690;p42"/>
          <p:cNvGrpSpPr/>
          <p:nvPr/>
        </p:nvGrpSpPr>
        <p:grpSpPr>
          <a:xfrm flipH="1" rot="10520951">
            <a:off x="727403" y="2656234"/>
            <a:ext cx="2047450" cy="874372"/>
            <a:chOff x="-289731" y="2797058"/>
            <a:chExt cx="6257925" cy="2371725"/>
          </a:xfrm>
        </p:grpSpPr>
        <p:sp>
          <p:nvSpPr>
            <p:cNvPr id="1691" name="Google Shape;1691;p42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693" name="Google Shape;1693;p42"/>
          <p:cNvSpPr txBox="1"/>
          <p:nvPr/>
        </p:nvSpPr>
        <p:spPr>
          <a:xfrm>
            <a:off x="626687" y="1812944"/>
            <a:ext cx="385490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Go-to Market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694" name="Google Shape;1694;p42"/>
          <p:cNvSpPr txBox="1"/>
          <p:nvPr/>
        </p:nvSpPr>
        <p:spPr>
          <a:xfrm flipH="1" rot="-289597">
            <a:off x="900777" y="2739478"/>
            <a:ext cx="162450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Plan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695" name="Google Shape;1695;p42"/>
          <p:cNvSpPr txBox="1"/>
          <p:nvPr/>
        </p:nvSpPr>
        <p:spPr>
          <a:xfrm>
            <a:off x="5082899" y="2756681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96" name="Google Shape;1696;p42"/>
          <p:cNvSpPr txBox="1"/>
          <p:nvPr/>
        </p:nvSpPr>
        <p:spPr>
          <a:xfrm>
            <a:off x="5082898" y="2361818"/>
            <a:ext cx="29181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Early Adoption (Months 1 – 6)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697" name="Google Shape;1697;p42"/>
          <p:cNvSpPr txBox="1"/>
          <p:nvPr/>
        </p:nvSpPr>
        <p:spPr>
          <a:xfrm>
            <a:off x="8748516" y="2756681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98" name="Google Shape;1698;p42"/>
          <p:cNvSpPr txBox="1"/>
          <p:nvPr/>
        </p:nvSpPr>
        <p:spPr>
          <a:xfrm>
            <a:off x="8748515" y="2361818"/>
            <a:ext cx="29181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Partnerships (Months 7 – 12)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699" name="Google Shape;1699;p42"/>
          <p:cNvSpPr txBox="1"/>
          <p:nvPr/>
        </p:nvSpPr>
        <p:spPr>
          <a:xfrm>
            <a:off x="8748516" y="4714440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00" name="Google Shape;1700;p42"/>
          <p:cNvSpPr txBox="1"/>
          <p:nvPr/>
        </p:nvSpPr>
        <p:spPr>
          <a:xfrm>
            <a:off x="8748515" y="4319577"/>
            <a:ext cx="29181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Global Reach (Months 13 – 18)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701" name="Google Shape;1701;p42"/>
          <p:cNvSpPr txBox="1"/>
          <p:nvPr/>
        </p:nvSpPr>
        <p:spPr>
          <a:xfrm>
            <a:off x="614551" y="4319577"/>
            <a:ext cx="2865211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02" name="Google Shape;1702;p42"/>
          <p:cNvSpPr/>
          <p:nvPr/>
        </p:nvSpPr>
        <p:spPr>
          <a:xfrm>
            <a:off x="695325" y="5852769"/>
            <a:ext cx="1825742" cy="45595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03" name="Google Shape;1703;p42"/>
          <p:cNvSpPr txBox="1"/>
          <p:nvPr/>
        </p:nvSpPr>
        <p:spPr>
          <a:xfrm>
            <a:off x="948824" y="5934986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Next Slide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704" name="Google Shape;1704;p42"/>
          <p:cNvSpPr/>
          <p:nvPr/>
        </p:nvSpPr>
        <p:spPr>
          <a:xfrm>
            <a:off x="2380251" y="5944109"/>
            <a:ext cx="281632" cy="27327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05" name="Google Shape;1705;p42"/>
          <p:cNvSpPr/>
          <p:nvPr/>
        </p:nvSpPr>
        <p:spPr>
          <a:xfrm>
            <a:off x="2479330" y="6046048"/>
            <a:ext cx="85136" cy="85652"/>
          </a:xfrm>
          <a:custGeom>
            <a:rect b="b" l="l" r="r" t="t"/>
            <a:pathLst>
              <a:path extrusionOk="0" h="536352" w="533114">
                <a:moveTo>
                  <a:pt x="9239" y="0"/>
                </a:moveTo>
                <a:lnTo>
                  <a:pt x="9239" y="38100"/>
                </a:lnTo>
                <a:lnTo>
                  <a:pt x="468344" y="38100"/>
                </a:lnTo>
                <a:lnTo>
                  <a:pt x="0" y="509588"/>
                </a:lnTo>
                <a:lnTo>
                  <a:pt x="27051" y="536353"/>
                </a:lnTo>
                <a:lnTo>
                  <a:pt x="495014" y="65246"/>
                </a:lnTo>
                <a:lnTo>
                  <a:pt x="495014" y="523875"/>
                </a:lnTo>
                <a:lnTo>
                  <a:pt x="533114" y="523875"/>
                </a:lnTo>
                <a:lnTo>
                  <a:pt x="533114" y="0"/>
                </a:lnTo>
                <a:lnTo>
                  <a:pt x="923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706" name="Google Shape;1706;p42"/>
          <p:cNvGrpSpPr/>
          <p:nvPr/>
        </p:nvGrpSpPr>
        <p:grpSpPr>
          <a:xfrm>
            <a:off x="10808429" y="5939812"/>
            <a:ext cx="351010" cy="351010"/>
            <a:chOff x="4876800" y="2209800"/>
            <a:chExt cx="2438400" cy="2438400"/>
          </a:xfrm>
        </p:grpSpPr>
        <p:sp>
          <p:nvSpPr>
            <p:cNvPr id="1707" name="Google Shape;1707;p42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1711" name="Google Shape;1711;p42"/>
          <p:cNvPicPr preferRelativeResize="0"/>
          <p:nvPr>
            <p:ph idx="2" type="pic"/>
          </p:nvPr>
        </p:nvPicPr>
        <p:blipFill/>
        <p:spPr>
          <a:xfrm>
            <a:off x="4522653" y="4319577"/>
            <a:ext cx="3329758" cy="2013228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1712" name="Google Shape;1712;p42"/>
          <p:cNvSpPr/>
          <p:nvPr/>
        </p:nvSpPr>
        <p:spPr>
          <a:xfrm>
            <a:off x="4336191" y="4092956"/>
            <a:ext cx="629186" cy="6291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13" name="Google Shape;1713;p42"/>
          <p:cNvSpPr/>
          <p:nvPr/>
        </p:nvSpPr>
        <p:spPr>
          <a:xfrm>
            <a:off x="4500142" y="4263316"/>
            <a:ext cx="309212" cy="278760"/>
          </a:xfrm>
          <a:custGeom>
            <a:rect b="b" l="l" r="r" t="t"/>
            <a:pathLst>
              <a:path extrusionOk="0" h="1184564" w="1313973">
                <a:moveTo>
                  <a:pt x="353187" y="1184339"/>
                </a:moveTo>
                <a:cubicBezTo>
                  <a:pt x="313754" y="1183291"/>
                  <a:pt x="276225" y="1173099"/>
                  <a:pt x="240697" y="1153954"/>
                </a:cubicBezTo>
                <a:cubicBezTo>
                  <a:pt x="205073" y="1134809"/>
                  <a:pt x="171450" y="1106615"/>
                  <a:pt x="139637" y="1069372"/>
                </a:cubicBezTo>
                <a:cubicBezTo>
                  <a:pt x="95822" y="1016794"/>
                  <a:pt x="61627" y="954119"/>
                  <a:pt x="36957" y="881253"/>
                </a:cubicBezTo>
                <a:cubicBezTo>
                  <a:pt x="12287" y="808387"/>
                  <a:pt x="0" y="733711"/>
                  <a:pt x="0" y="657035"/>
                </a:cubicBezTo>
                <a:cubicBezTo>
                  <a:pt x="0" y="566166"/>
                  <a:pt x="17240" y="480727"/>
                  <a:pt x="51721" y="400812"/>
                </a:cubicBezTo>
                <a:cubicBezTo>
                  <a:pt x="86201" y="320897"/>
                  <a:pt x="133064" y="251365"/>
                  <a:pt x="192119" y="192215"/>
                </a:cubicBezTo>
                <a:cubicBezTo>
                  <a:pt x="251269" y="133064"/>
                  <a:pt x="320802" y="86297"/>
                  <a:pt x="400717" y="51816"/>
                </a:cubicBezTo>
                <a:cubicBezTo>
                  <a:pt x="480727" y="17240"/>
                  <a:pt x="566166" y="0"/>
                  <a:pt x="657035" y="0"/>
                </a:cubicBezTo>
                <a:cubicBezTo>
                  <a:pt x="747903" y="0"/>
                  <a:pt x="833342" y="17526"/>
                  <a:pt x="913257" y="52578"/>
                </a:cubicBezTo>
                <a:cubicBezTo>
                  <a:pt x="993172" y="87630"/>
                  <a:pt x="1062704" y="135255"/>
                  <a:pt x="1121855" y="195453"/>
                </a:cubicBezTo>
                <a:cubicBezTo>
                  <a:pt x="1181005" y="255651"/>
                  <a:pt x="1227773" y="326326"/>
                  <a:pt x="1262253" y="407384"/>
                </a:cubicBezTo>
                <a:cubicBezTo>
                  <a:pt x="1296734" y="488442"/>
                  <a:pt x="1313974" y="575501"/>
                  <a:pt x="1313974" y="668560"/>
                </a:cubicBezTo>
                <a:cubicBezTo>
                  <a:pt x="1313974" y="752856"/>
                  <a:pt x="1300258" y="831723"/>
                  <a:pt x="1272921" y="905065"/>
                </a:cubicBezTo>
                <a:cubicBezTo>
                  <a:pt x="1245584" y="978408"/>
                  <a:pt x="1206627" y="1040321"/>
                  <a:pt x="1156335" y="1090708"/>
                </a:cubicBezTo>
                <a:cubicBezTo>
                  <a:pt x="1125665" y="1121378"/>
                  <a:pt x="1093375" y="1144619"/>
                  <a:pt x="1059466" y="1160526"/>
                </a:cubicBezTo>
                <a:cubicBezTo>
                  <a:pt x="1025557" y="1176433"/>
                  <a:pt x="990981" y="1184339"/>
                  <a:pt x="956024" y="1184339"/>
                </a:cubicBezTo>
                <a:cubicBezTo>
                  <a:pt x="936308" y="1184339"/>
                  <a:pt x="916591" y="1181862"/>
                  <a:pt x="896874" y="1176909"/>
                </a:cubicBezTo>
                <a:cubicBezTo>
                  <a:pt x="877157" y="1171956"/>
                  <a:pt x="857440" y="1164622"/>
                  <a:pt x="837724" y="1154716"/>
                </a:cubicBezTo>
                <a:lnTo>
                  <a:pt x="745712" y="1108710"/>
                </a:lnTo>
                <a:cubicBezTo>
                  <a:pt x="732568" y="1102138"/>
                  <a:pt x="718566" y="1097185"/>
                  <a:pt x="703802" y="1093946"/>
                </a:cubicBezTo>
                <a:cubicBezTo>
                  <a:pt x="689038" y="1090708"/>
                  <a:pt x="673418" y="1088993"/>
                  <a:pt x="657035" y="1088993"/>
                </a:cubicBezTo>
                <a:cubicBezTo>
                  <a:pt x="640652" y="1088993"/>
                  <a:pt x="625031" y="1090613"/>
                  <a:pt x="610267" y="1093946"/>
                </a:cubicBezTo>
                <a:cubicBezTo>
                  <a:pt x="595503" y="1097280"/>
                  <a:pt x="581501" y="1102138"/>
                  <a:pt x="568357" y="1108710"/>
                </a:cubicBezTo>
                <a:lnTo>
                  <a:pt x="476345" y="1154716"/>
                </a:lnTo>
                <a:cubicBezTo>
                  <a:pt x="455581" y="1165670"/>
                  <a:pt x="435007" y="1173575"/>
                  <a:pt x="414719" y="1178528"/>
                </a:cubicBezTo>
                <a:cubicBezTo>
                  <a:pt x="394430" y="1183481"/>
                  <a:pt x="373951" y="1185386"/>
                  <a:pt x="353092" y="1184243"/>
                </a:cubicBezTo>
                <a:close/>
                <a:moveTo>
                  <a:pt x="356425" y="1052894"/>
                </a:moveTo>
                <a:cubicBezTo>
                  <a:pt x="366236" y="1052894"/>
                  <a:pt x="376428" y="1051846"/>
                  <a:pt x="386810" y="1049655"/>
                </a:cubicBezTo>
                <a:cubicBezTo>
                  <a:pt x="397193" y="1047464"/>
                  <a:pt x="407384" y="1043654"/>
                  <a:pt x="417195" y="1038130"/>
                </a:cubicBezTo>
                <a:lnTo>
                  <a:pt x="509207" y="992124"/>
                </a:lnTo>
                <a:cubicBezTo>
                  <a:pt x="532162" y="980123"/>
                  <a:pt x="555974" y="971360"/>
                  <a:pt x="580644" y="965835"/>
                </a:cubicBezTo>
                <a:cubicBezTo>
                  <a:pt x="605314" y="960311"/>
                  <a:pt x="630174" y="957644"/>
                  <a:pt x="655415" y="957644"/>
                </a:cubicBezTo>
                <a:cubicBezTo>
                  <a:pt x="680657" y="957644"/>
                  <a:pt x="705803" y="960406"/>
                  <a:pt x="730949" y="965835"/>
                </a:cubicBezTo>
                <a:cubicBezTo>
                  <a:pt x="756095" y="971264"/>
                  <a:pt x="780193" y="980027"/>
                  <a:pt x="803243" y="992124"/>
                </a:cubicBezTo>
                <a:lnTo>
                  <a:pt x="896874" y="1038130"/>
                </a:lnTo>
                <a:cubicBezTo>
                  <a:pt x="906685" y="1043559"/>
                  <a:pt x="916591" y="1047464"/>
                  <a:pt x="926402" y="1049655"/>
                </a:cubicBezTo>
                <a:cubicBezTo>
                  <a:pt x="936212" y="1051846"/>
                  <a:pt x="946118" y="1052894"/>
                  <a:pt x="955929" y="1052894"/>
                </a:cubicBezTo>
                <a:cubicBezTo>
                  <a:pt x="976694" y="1052894"/>
                  <a:pt x="996410" y="1047464"/>
                  <a:pt x="1015079" y="1036511"/>
                </a:cubicBezTo>
                <a:cubicBezTo>
                  <a:pt x="1033653" y="1025557"/>
                  <a:pt x="1052322" y="1009174"/>
                  <a:pt x="1070896" y="987266"/>
                </a:cubicBezTo>
                <a:cubicBezTo>
                  <a:pt x="1105948" y="945642"/>
                  <a:pt x="1133285" y="895826"/>
                  <a:pt x="1153001" y="837819"/>
                </a:cubicBezTo>
                <a:cubicBezTo>
                  <a:pt x="1172718" y="779812"/>
                  <a:pt x="1182529" y="720090"/>
                  <a:pt x="1182529" y="658749"/>
                </a:cubicBezTo>
                <a:cubicBezTo>
                  <a:pt x="1182529" y="511969"/>
                  <a:pt x="1131570" y="387477"/>
                  <a:pt x="1029748" y="285083"/>
                </a:cubicBezTo>
                <a:cubicBezTo>
                  <a:pt x="927926" y="182690"/>
                  <a:pt x="803624" y="131540"/>
                  <a:pt x="656844" y="131540"/>
                </a:cubicBezTo>
                <a:cubicBezTo>
                  <a:pt x="510064" y="131540"/>
                  <a:pt x="385858" y="182975"/>
                  <a:pt x="283940" y="285941"/>
                </a:cubicBezTo>
                <a:cubicBezTo>
                  <a:pt x="182118" y="388906"/>
                  <a:pt x="131159" y="513683"/>
                  <a:pt x="131159" y="660463"/>
                </a:cubicBezTo>
                <a:cubicBezTo>
                  <a:pt x="131159" y="722852"/>
                  <a:pt x="141256" y="783622"/>
                  <a:pt x="161544" y="842772"/>
                </a:cubicBezTo>
                <a:cubicBezTo>
                  <a:pt x="181832" y="901922"/>
                  <a:pt x="210026" y="951738"/>
                  <a:pt x="246126" y="992219"/>
                </a:cubicBezTo>
                <a:cubicBezTo>
                  <a:pt x="264700" y="1014127"/>
                  <a:pt x="282797" y="1029748"/>
                  <a:pt x="300323" y="1038987"/>
                </a:cubicBezTo>
                <a:cubicBezTo>
                  <a:pt x="317849" y="1048322"/>
                  <a:pt x="336423" y="1052989"/>
                  <a:pt x="356140" y="1052989"/>
                </a:cubicBezTo>
                <a:close/>
                <a:moveTo>
                  <a:pt x="657035" y="788480"/>
                </a:moveTo>
                <a:cubicBezTo>
                  <a:pt x="693134" y="788480"/>
                  <a:pt x="724090" y="775621"/>
                  <a:pt x="749808" y="749903"/>
                </a:cubicBezTo>
                <a:cubicBezTo>
                  <a:pt x="775526" y="724186"/>
                  <a:pt x="788384" y="693230"/>
                  <a:pt x="788384" y="657130"/>
                </a:cubicBezTo>
                <a:cubicBezTo>
                  <a:pt x="788384" y="648367"/>
                  <a:pt x="787527" y="639604"/>
                  <a:pt x="785908" y="630841"/>
                </a:cubicBezTo>
                <a:cubicBezTo>
                  <a:pt x="784288" y="622078"/>
                  <a:pt x="781812" y="613315"/>
                  <a:pt x="778478" y="604552"/>
                </a:cubicBezTo>
                <a:lnTo>
                  <a:pt x="860584" y="494538"/>
                </a:lnTo>
                <a:cubicBezTo>
                  <a:pt x="871538" y="508730"/>
                  <a:pt x="881158" y="523875"/>
                  <a:pt x="889349" y="539687"/>
                </a:cubicBezTo>
                <a:cubicBezTo>
                  <a:pt x="897541" y="555593"/>
                  <a:pt x="904399" y="572834"/>
                  <a:pt x="909923" y="591407"/>
                </a:cubicBezTo>
                <a:lnTo>
                  <a:pt x="1044607" y="591407"/>
                </a:lnTo>
                <a:cubicBezTo>
                  <a:pt x="1028224" y="495014"/>
                  <a:pt x="983552" y="416243"/>
                  <a:pt x="910781" y="354901"/>
                </a:cubicBezTo>
                <a:cubicBezTo>
                  <a:pt x="837914" y="293561"/>
                  <a:pt x="753332" y="262890"/>
                  <a:pt x="657035" y="262890"/>
                </a:cubicBezTo>
                <a:cubicBezTo>
                  <a:pt x="560737" y="262890"/>
                  <a:pt x="475774" y="293846"/>
                  <a:pt x="402431" y="355664"/>
                </a:cubicBezTo>
                <a:cubicBezTo>
                  <a:pt x="329089" y="417576"/>
                  <a:pt x="284702" y="496062"/>
                  <a:pt x="269367" y="591407"/>
                </a:cubicBezTo>
                <a:lnTo>
                  <a:pt x="404050" y="591407"/>
                </a:lnTo>
                <a:cubicBezTo>
                  <a:pt x="419386" y="532257"/>
                  <a:pt x="450628" y="484632"/>
                  <a:pt x="497681" y="448532"/>
                </a:cubicBezTo>
                <a:cubicBezTo>
                  <a:pt x="544735" y="412433"/>
                  <a:pt x="597884" y="394335"/>
                  <a:pt x="657035" y="394335"/>
                </a:cubicBezTo>
                <a:cubicBezTo>
                  <a:pt x="675608" y="394335"/>
                  <a:pt x="693134" y="395954"/>
                  <a:pt x="709613" y="399288"/>
                </a:cubicBezTo>
                <a:cubicBezTo>
                  <a:pt x="726091" y="402622"/>
                  <a:pt x="741902" y="407480"/>
                  <a:pt x="757238" y="414052"/>
                </a:cubicBezTo>
                <a:lnTo>
                  <a:pt x="673513" y="527399"/>
                </a:lnTo>
                <a:cubicBezTo>
                  <a:pt x="671322" y="527399"/>
                  <a:pt x="668560" y="527114"/>
                  <a:pt x="665321" y="526542"/>
                </a:cubicBezTo>
                <a:cubicBezTo>
                  <a:pt x="662083" y="525971"/>
                  <a:pt x="659321" y="525685"/>
                  <a:pt x="657130" y="525685"/>
                </a:cubicBezTo>
                <a:cubicBezTo>
                  <a:pt x="621030" y="525685"/>
                  <a:pt x="590074" y="538544"/>
                  <a:pt x="564356" y="564261"/>
                </a:cubicBezTo>
                <a:cubicBezTo>
                  <a:pt x="538639" y="589979"/>
                  <a:pt x="525780" y="620935"/>
                  <a:pt x="525780" y="657035"/>
                </a:cubicBezTo>
                <a:cubicBezTo>
                  <a:pt x="525780" y="693134"/>
                  <a:pt x="538639" y="724090"/>
                  <a:pt x="564356" y="749808"/>
                </a:cubicBezTo>
                <a:cubicBezTo>
                  <a:pt x="590074" y="775526"/>
                  <a:pt x="621030" y="788384"/>
                  <a:pt x="657130" y="78838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8" name="Google Shape;1718;p43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719" name="Google Shape;1719;p43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0" name="Google Shape;1720;p43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1" name="Google Shape;1721;p43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2" name="Google Shape;1722;p43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3" name="Google Shape;1723;p43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4" name="Google Shape;1724;p43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5" name="Google Shape;1725;p43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6" name="Google Shape;1726;p43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7" name="Google Shape;1727;p43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8" name="Google Shape;1728;p43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29" name="Google Shape;1729;p43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0" name="Google Shape;1730;p43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1" name="Google Shape;1731;p43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2" name="Google Shape;1732;p43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3" name="Google Shape;1733;p43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4" name="Google Shape;1734;p43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5" name="Google Shape;1735;p43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6" name="Google Shape;1736;p43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7" name="Google Shape;1737;p43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8" name="Google Shape;1738;p43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39" name="Google Shape;1739;p43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0" name="Google Shape;1740;p43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1" name="Google Shape;1741;p43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2" name="Google Shape;1742;p43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3" name="Google Shape;1743;p43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4" name="Google Shape;1744;p43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5" name="Google Shape;1745;p43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6" name="Google Shape;1746;p43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7" name="Google Shape;1747;p43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8" name="Google Shape;1748;p43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49" name="Google Shape;1749;p43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0" name="Google Shape;1750;p43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1" name="Google Shape;1751;p43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2" name="Google Shape;1752;p43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3" name="Google Shape;1753;p43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4" name="Google Shape;1754;p43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5" name="Google Shape;1755;p43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6" name="Google Shape;1756;p43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7" name="Google Shape;1757;p43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8" name="Google Shape;1758;p43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59" name="Google Shape;1759;p43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0" name="Google Shape;1760;p43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1" name="Google Shape;1761;p43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2" name="Google Shape;1762;p43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3" name="Google Shape;1763;p43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4" name="Google Shape;1764;p43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5" name="Google Shape;1765;p43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6" name="Google Shape;1766;p43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7" name="Google Shape;1767;p43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8" name="Google Shape;1768;p43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69" name="Google Shape;1769;p43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0" name="Google Shape;1770;p43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1" name="Google Shape;1771;p43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2" name="Google Shape;1772;p43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3" name="Google Shape;1773;p43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4" name="Google Shape;1774;p43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5" name="Google Shape;1775;p43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6" name="Google Shape;1776;p43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7" name="Google Shape;1777;p43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8" name="Google Shape;1778;p43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79" name="Google Shape;1779;p43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80" name="Google Shape;1780;p43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81" name="Google Shape;1781;p43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82" name="Google Shape;1782;p43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83" name="Google Shape;1783;p43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84" name="Google Shape;1784;p43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785" name="Google Shape;1785;p43"/>
          <p:cNvSpPr/>
          <p:nvPr/>
        </p:nvSpPr>
        <p:spPr>
          <a:xfrm>
            <a:off x="3893247" y="3229012"/>
            <a:ext cx="2128176" cy="869760"/>
          </a:xfrm>
          <a:custGeom>
            <a:rect b="b" l="l" r="r" t="t"/>
            <a:pathLst>
              <a:path extrusionOk="0" h="869760" w="2128176">
                <a:moveTo>
                  <a:pt x="0" y="644253"/>
                </a:moveTo>
                <a:cubicBezTo>
                  <a:pt x="605155" y="1218565"/>
                  <a:pt x="653785" y="493133"/>
                  <a:pt x="1062717" y="671559"/>
                </a:cubicBezTo>
                <a:cubicBezTo>
                  <a:pt x="1656325" y="1139482"/>
                  <a:pt x="1918014" y="614948"/>
                  <a:pt x="212817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786" name="Google Shape;1786;p43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787" name="Google Shape;1787;p43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88" name="Google Shape;1788;p43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789" name="Google Shape;1789;p43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790" name="Google Shape;1790;p43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791" name="Google Shape;1791;p43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92" name="Google Shape;1792;p43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93" name="Google Shape;1793;p43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94" name="Google Shape;1794;p43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795" name="Google Shape;1795;p43"/>
          <p:cNvSpPr txBox="1"/>
          <p:nvPr/>
        </p:nvSpPr>
        <p:spPr>
          <a:xfrm>
            <a:off x="5289701" y="1803041"/>
            <a:ext cx="29546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Marketing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796" name="Google Shape;1796;p43"/>
          <p:cNvGrpSpPr/>
          <p:nvPr/>
        </p:nvGrpSpPr>
        <p:grpSpPr>
          <a:xfrm flipH="1" rot="10637137">
            <a:off x="5423519" y="2585950"/>
            <a:ext cx="2023348" cy="874372"/>
            <a:chOff x="-289731" y="2797058"/>
            <a:chExt cx="6257925" cy="2371725"/>
          </a:xfrm>
        </p:grpSpPr>
        <p:sp>
          <p:nvSpPr>
            <p:cNvPr id="1797" name="Google Shape;1797;p43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798" name="Google Shape;1798;p43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799" name="Google Shape;1799;p43"/>
          <p:cNvSpPr txBox="1"/>
          <p:nvPr/>
        </p:nvSpPr>
        <p:spPr>
          <a:xfrm rot="-162863">
            <a:off x="5606994" y="2690003"/>
            <a:ext cx="16255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Sales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00" name="Google Shape;1800;p43"/>
          <p:cNvSpPr txBox="1"/>
          <p:nvPr/>
        </p:nvSpPr>
        <p:spPr>
          <a:xfrm>
            <a:off x="8900748" y="2756681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01" name="Google Shape;1801;p43"/>
          <p:cNvSpPr txBox="1"/>
          <p:nvPr/>
        </p:nvSpPr>
        <p:spPr>
          <a:xfrm>
            <a:off x="8900747" y="2361818"/>
            <a:ext cx="23292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AI Education Campaign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02" name="Google Shape;1802;p43"/>
          <p:cNvSpPr txBox="1"/>
          <p:nvPr/>
        </p:nvSpPr>
        <p:spPr>
          <a:xfrm>
            <a:off x="5289701" y="5204913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03" name="Google Shape;1803;p43"/>
          <p:cNvSpPr txBox="1"/>
          <p:nvPr/>
        </p:nvSpPr>
        <p:spPr>
          <a:xfrm>
            <a:off x="5289699" y="4810050"/>
            <a:ext cx="28366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Industry Event &amp; Conference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04" name="Google Shape;1804;p43"/>
          <p:cNvSpPr txBox="1"/>
          <p:nvPr/>
        </p:nvSpPr>
        <p:spPr>
          <a:xfrm>
            <a:off x="8900748" y="5204913"/>
            <a:ext cx="2688923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05" name="Google Shape;1805;p43"/>
          <p:cNvSpPr txBox="1"/>
          <p:nvPr/>
        </p:nvSpPr>
        <p:spPr>
          <a:xfrm>
            <a:off x="8900747" y="4810050"/>
            <a:ext cx="23292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Direct B2B Outreach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806" name="Google Shape;1806;p43"/>
          <p:cNvGrpSpPr/>
          <p:nvPr/>
        </p:nvGrpSpPr>
        <p:grpSpPr>
          <a:xfrm>
            <a:off x="8068843" y="3966416"/>
            <a:ext cx="351010" cy="351010"/>
            <a:chOff x="4876800" y="2209800"/>
            <a:chExt cx="2438400" cy="2438400"/>
          </a:xfrm>
        </p:grpSpPr>
        <p:sp>
          <p:nvSpPr>
            <p:cNvPr id="1807" name="Google Shape;1807;p43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08" name="Google Shape;1808;p43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09" name="Google Shape;1809;p43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10" name="Google Shape;1810;p43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1811" name="Google Shape;1811;p43"/>
          <p:cNvPicPr preferRelativeResize="0"/>
          <p:nvPr>
            <p:ph idx="2" type="pic"/>
          </p:nvPr>
        </p:nvPicPr>
        <p:blipFill/>
        <p:spPr>
          <a:xfrm>
            <a:off x="701959" y="1951037"/>
            <a:ext cx="3267680" cy="438176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1812" name="Google Shape;1812;p43"/>
          <p:cNvSpPr/>
          <p:nvPr/>
        </p:nvSpPr>
        <p:spPr>
          <a:xfrm>
            <a:off x="3651081" y="3738422"/>
            <a:ext cx="629186" cy="6291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13" name="Google Shape;1813;p43"/>
          <p:cNvSpPr/>
          <p:nvPr/>
        </p:nvSpPr>
        <p:spPr>
          <a:xfrm>
            <a:off x="3826073" y="3928899"/>
            <a:ext cx="279202" cy="248232"/>
          </a:xfrm>
          <a:custGeom>
            <a:rect b="b" l="l" r="r" t="t"/>
            <a:pathLst>
              <a:path extrusionOk="0" h="709231" w="797718">
                <a:moveTo>
                  <a:pt x="44291" y="88678"/>
                </a:moveTo>
                <a:lnTo>
                  <a:pt x="44291" y="0"/>
                </a:lnTo>
                <a:lnTo>
                  <a:pt x="753428" y="0"/>
                </a:lnTo>
                <a:lnTo>
                  <a:pt x="753428" y="88678"/>
                </a:lnTo>
                <a:lnTo>
                  <a:pt x="44291" y="88678"/>
                </a:lnTo>
                <a:close/>
                <a:moveTo>
                  <a:pt x="44291" y="709232"/>
                </a:moveTo>
                <a:lnTo>
                  <a:pt x="44291" y="443294"/>
                </a:lnTo>
                <a:lnTo>
                  <a:pt x="0" y="443294"/>
                </a:lnTo>
                <a:lnTo>
                  <a:pt x="0" y="354616"/>
                </a:lnTo>
                <a:lnTo>
                  <a:pt x="44291" y="132969"/>
                </a:lnTo>
                <a:lnTo>
                  <a:pt x="753428" y="132969"/>
                </a:lnTo>
                <a:lnTo>
                  <a:pt x="797719" y="354616"/>
                </a:lnTo>
                <a:lnTo>
                  <a:pt x="797719" y="443294"/>
                </a:lnTo>
                <a:lnTo>
                  <a:pt x="753428" y="443294"/>
                </a:lnTo>
                <a:lnTo>
                  <a:pt x="753428" y="709232"/>
                </a:lnTo>
                <a:lnTo>
                  <a:pt x="664750" y="709232"/>
                </a:lnTo>
                <a:lnTo>
                  <a:pt x="664750" y="443294"/>
                </a:lnTo>
                <a:lnTo>
                  <a:pt x="487490" y="443294"/>
                </a:lnTo>
                <a:lnTo>
                  <a:pt x="487490" y="709232"/>
                </a:lnTo>
                <a:lnTo>
                  <a:pt x="44291" y="709232"/>
                </a:lnTo>
                <a:close/>
                <a:moveTo>
                  <a:pt x="132969" y="620554"/>
                </a:moveTo>
                <a:lnTo>
                  <a:pt x="398907" y="620554"/>
                </a:lnTo>
                <a:lnTo>
                  <a:pt x="398907" y="443294"/>
                </a:lnTo>
                <a:lnTo>
                  <a:pt x="132969" y="443294"/>
                </a:lnTo>
                <a:lnTo>
                  <a:pt x="132969" y="620554"/>
                </a:lnTo>
                <a:close/>
                <a:moveTo>
                  <a:pt x="90869" y="354616"/>
                </a:moveTo>
                <a:lnTo>
                  <a:pt x="706946" y="354616"/>
                </a:lnTo>
                <a:lnTo>
                  <a:pt x="90869" y="354616"/>
                </a:lnTo>
                <a:close/>
                <a:moveTo>
                  <a:pt x="90869" y="354616"/>
                </a:moveTo>
                <a:lnTo>
                  <a:pt x="706946" y="354616"/>
                </a:lnTo>
                <a:lnTo>
                  <a:pt x="680371" y="221647"/>
                </a:lnTo>
                <a:lnTo>
                  <a:pt x="117443" y="221647"/>
                </a:lnTo>
                <a:lnTo>
                  <a:pt x="90869" y="35461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8" name="Google Shape;1818;p44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819" name="Google Shape;1819;p44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0" name="Google Shape;1820;p44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1" name="Google Shape;1821;p44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2" name="Google Shape;1822;p44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3" name="Google Shape;1823;p44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4" name="Google Shape;1824;p44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5" name="Google Shape;1825;p44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6" name="Google Shape;1826;p44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7" name="Google Shape;1827;p44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8" name="Google Shape;1828;p44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29" name="Google Shape;1829;p44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0" name="Google Shape;1830;p44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1" name="Google Shape;1831;p44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2" name="Google Shape;1832;p44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3" name="Google Shape;1833;p44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4" name="Google Shape;1834;p44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5" name="Google Shape;1835;p44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6" name="Google Shape;1836;p44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7" name="Google Shape;1837;p44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8" name="Google Shape;1838;p44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39" name="Google Shape;1839;p44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0" name="Google Shape;1840;p44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1" name="Google Shape;1841;p44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2" name="Google Shape;1842;p44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3" name="Google Shape;1843;p44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4" name="Google Shape;1844;p44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5" name="Google Shape;1845;p44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6" name="Google Shape;1846;p44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7" name="Google Shape;1847;p44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8" name="Google Shape;1848;p44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49" name="Google Shape;1849;p44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0" name="Google Shape;1850;p44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1" name="Google Shape;1851;p44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2" name="Google Shape;1852;p44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3" name="Google Shape;1853;p44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4" name="Google Shape;1854;p44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5" name="Google Shape;1855;p44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6" name="Google Shape;1856;p44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7" name="Google Shape;1857;p44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8" name="Google Shape;1858;p44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59" name="Google Shape;1859;p44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0" name="Google Shape;1860;p44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1" name="Google Shape;1861;p44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2" name="Google Shape;1862;p44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3" name="Google Shape;1863;p44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4" name="Google Shape;1864;p44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5" name="Google Shape;1865;p44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6" name="Google Shape;1866;p44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7" name="Google Shape;1867;p44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8" name="Google Shape;1868;p44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9" name="Google Shape;1869;p44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0" name="Google Shape;1870;p44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1" name="Google Shape;1871;p44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2" name="Google Shape;1872;p44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3" name="Google Shape;1873;p44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5" name="Google Shape;1875;p44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6" name="Google Shape;1876;p44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7" name="Google Shape;1877;p44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8" name="Google Shape;1878;p44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79" name="Google Shape;1879;p44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0" name="Google Shape;1880;p44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1" name="Google Shape;1881;p44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2" name="Google Shape;1882;p44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3" name="Google Shape;1883;p44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4" name="Google Shape;1884;p44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85" name="Google Shape;1885;p44"/>
          <p:cNvSpPr/>
          <p:nvPr/>
        </p:nvSpPr>
        <p:spPr>
          <a:xfrm>
            <a:off x="4250613" y="4812519"/>
            <a:ext cx="1766229" cy="1398730"/>
          </a:xfrm>
          <a:custGeom>
            <a:rect b="b" l="l" r="r" t="t"/>
            <a:pathLst>
              <a:path extrusionOk="0" h="1398730" w="1766229">
                <a:moveTo>
                  <a:pt x="0" y="1213848"/>
                </a:moveTo>
                <a:cubicBezTo>
                  <a:pt x="605155" y="1788160"/>
                  <a:pt x="825235" y="824603"/>
                  <a:pt x="1234167" y="1003029"/>
                </a:cubicBezTo>
                <a:cubicBezTo>
                  <a:pt x="1851588" y="1304265"/>
                  <a:pt x="1910394" y="729248"/>
                  <a:pt x="1520481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886" name="Google Shape;1886;p44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887" name="Google Shape;1887;p44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88" name="Google Shape;1888;p44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89" name="Google Shape;1889;p44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90" name="Google Shape;1890;p44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91" name="Google Shape;1891;p44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92" name="Google Shape;1892;p44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93" name="Google Shape;1893;p44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94" name="Google Shape;1894;p44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895" name="Google Shape;1895;p44"/>
          <p:cNvGrpSpPr/>
          <p:nvPr/>
        </p:nvGrpSpPr>
        <p:grpSpPr>
          <a:xfrm flipH="1" rot="201040">
            <a:off x="720450" y="5245080"/>
            <a:ext cx="3860394" cy="972680"/>
            <a:chOff x="4205287" y="3000375"/>
            <a:chExt cx="3781425" cy="857250"/>
          </a:xfrm>
        </p:grpSpPr>
        <p:sp>
          <p:nvSpPr>
            <p:cNvPr id="1896" name="Google Shape;1896;p44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97" name="Google Shape;1897;p44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98" name="Google Shape;1898;p44"/>
          <p:cNvSpPr txBox="1"/>
          <p:nvPr/>
        </p:nvSpPr>
        <p:spPr>
          <a:xfrm>
            <a:off x="935291" y="4353531"/>
            <a:ext cx="25747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Financial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99" name="Google Shape;1899;p44"/>
          <p:cNvSpPr txBox="1"/>
          <p:nvPr/>
        </p:nvSpPr>
        <p:spPr>
          <a:xfrm flipH="1" rot="216266">
            <a:off x="962556" y="5380762"/>
            <a:ext cx="342434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Projections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pic>
        <p:nvPicPr>
          <p:cNvPr id="1900" name="Google Shape;190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2307" y="1669144"/>
            <a:ext cx="4790627" cy="3018972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44"/>
          <p:cNvSpPr txBox="1"/>
          <p:nvPr/>
        </p:nvSpPr>
        <p:spPr>
          <a:xfrm>
            <a:off x="4309862" y="3070164"/>
            <a:ext cx="1950221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02" name="Google Shape;1902;p44"/>
          <p:cNvSpPr txBox="1"/>
          <p:nvPr/>
        </p:nvSpPr>
        <p:spPr>
          <a:xfrm>
            <a:off x="4309861" y="2675301"/>
            <a:ext cx="9292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Year 01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03" name="Google Shape;1903;p44"/>
          <p:cNvSpPr txBox="1"/>
          <p:nvPr/>
        </p:nvSpPr>
        <p:spPr>
          <a:xfrm>
            <a:off x="6877299" y="5642273"/>
            <a:ext cx="1950221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04" name="Google Shape;1904;p44"/>
          <p:cNvSpPr txBox="1"/>
          <p:nvPr/>
        </p:nvSpPr>
        <p:spPr>
          <a:xfrm>
            <a:off x="6877298" y="5247410"/>
            <a:ext cx="9292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Year 02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05" name="Google Shape;1905;p44"/>
          <p:cNvSpPr txBox="1"/>
          <p:nvPr/>
        </p:nvSpPr>
        <p:spPr>
          <a:xfrm>
            <a:off x="9648791" y="5642273"/>
            <a:ext cx="1950221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06" name="Google Shape;1906;p44"/>
          <p:cNvSpPr txBox="1"/>
          <p:nvPr/>
        </p:nvSpPr>
        <p:spPr>
          <a:xfrm>
            <a:off x="9648790" y="5247410"/>
            <a:ext cx="9292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Year 03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07" name="Google Shape;1907;p44"/>
          <p:cNvSpPr/>
          <p:nvPr/>
        </p:nvSpPr>
        <p:spPr>
          <a:xfrm>
            <a:off x="5462149" y="4499193"/>
            <a:ext cx="545410" cy="5454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08" name="Google Shape;1908;p44"/>
          <p:cNvSpPr/>
          <p:nvPr/>
        </p:nvSpPr>
        <p:spPr>
          <a:xfrm>
            <a:off x="5621473" y="4688116"/>
            <a:ext cx="226762" cy="164934"/>
          </a:xfrm>
          <a:custGeom>
            <a:rect b="b" l="l" r="r" t="t"/>
            <a:pathLst>
              <a:path extrusionOk="0" h="756951" w="1040701">
                <a:moveTo>
                  <a:pt x="614934" y="425768"/>
                </a:moveTo>
                <a:cubicBezTo>
                  <a:pt x="575501" y="425768"/>
                  <a:pt x="541973" y="411956"/>
                  <a:pt x="514445" y="384334"/>
                </a:cubicBezTo>
                <a:cubicBezTo>
                  <a:pt x="486918" y="356711"/>
                  <a:pt x="473012" y="323279"/>
                  <a:pt x="473012" y="283845"/>
                </a:cubicBezTo>
                <a:cubicBezTo>
                  <a:pt x="473012" y="244412"/>
                  <a:pt x="486823" y="210884"/>
                  <a:pt x="514445" y="183356"/>
                </a:cubicBezTo>
                <a:cubicBezTo>
                  <a:pt x="542068" y="155734"/>
                  <a:pt x="575501" y="141923"/>
                  <a:pt x="614934" y="141923"/>
                </a:cubicBezTo>
                <a:cubicBezTo>
                  <a:pt x="654368" y="141923"/>
                  <a:pt x="687896" y="155734"/>
                  <a:pt x="715423" y="183356"/>
                </a:cubicBezTo>
                <a:cubicBezTo>
                  <a:pt x="743045" y="210979"/>
                  <a:pt x="756857" y="244412"/>
                  <a:pt x="756857" y="283845"/>
                </a:cubicBezTo>
                <a:cubicBezTo>
                  <a:pt x="756857" y="323279"/>
                  <a:pt x="743045" y="356807"/>
                  <a:pt x="715423" y="384334"/>
                </a:cubicBezTo>
                <a:cubicBezTo>
                  <a:pt x="687800" y="411956"/>
                  <a:pt x="654368" y="425768"/>
                  <a:pt x="614934" y="425768"/>
                </a:cubicBezTo>
                <a:close/>
                <a:moveTo>
                  <a:pt x="283845" y="567690"/>
                </a:moveTo>
                <a:cubicBezTo>
                  <a:pt x="257842" y="567690"/>
                  <a:pt x="235553" y="558451"/>
                  <a:pt x="217075" y="539877"/>
                </a:cubicBezTo>
                <a:cubicBezTo>
                  <a:pt x="198501" y="521303"/>
                  <a:pt x="189262" y="499110"/>
                  <a:pt x="189262" y="473107"/>
                </a:cubicBezTo>
                <a:lnTo>
                  <a:pt x="189262" y="94583"/>
                </a:lnTo>
                <a:cubicBezTo>
                  <a:pt x="189262" y="68580"/>
                  <a:pt x="198501" y="46292"/>
                  <a:pt x="217075" y="27813"/>
                </a:cubicBezTo>
                <a:cubicBezTo>
                  <a:pt x="235649" y="9239"/>
                  <a:pt x="257842" y="0"/>
                  <a:pt x="283845" y="0"/>
                </a:cubicBezTo>
                <a:lnTo>
                  <a:pt x="946118" y="0"/>
                </a:lnTo>
                <a:cubicBezTo>
                  <a:pt x="972122" y="0"/>
                  <a:pt x="994410" y="9239"/>
                  <a:pt x="1012888" y="27813"/>
                </a:cubicBezTo>
                <a:cubicBezTo>
                  <a:pt x="1031367" y="46387"/>
                  <a:pt x="1040702" y="68580"/>
                  <a:pt x="1040702" y="94583"/>
                </a:cubicBezTo>
                <a:lnTo>
                  <a:pt x="1040702" y="473012"/>
                </a:lnTo>
                <a:cubicBezTo>
                  <a:pt x="1040702" y="499015"/>
                  <a:pt x="1031462" y="521303"/>
                  <a:pt x="1012888" y="539782"/>
                </a:cubicBezTo>
                <a:cubicBezTo>
                  <a:pt x="994315" y="558260"/>
                  <a:pt x="972122" y="567595"/>
                  <a:pt x="946118" y="567595"/>
                </a:cubicBezTo>
                <a:lnTo>
                  <a:pt x="283845" y="567595"/>
                </a:lnTo>
                <a:close/>
                <a:moveTo>
                  <a:pt x="378428" y="473107"/>
                </a:moveTo>
                <a:lnTo>
                  <a:pt x="851440" y="473107"/>
                </a:lnTo>
                <a:cubicBezTo>
                  <a:pt x="851440" y="447104"/>
                  <a:pt x="860679" y="424815"/>
                  <a:pt x="879253" y="406337"/>
                </a:cubicBezTo>
                <a:cubicBezTo>
                  <a:pt x="897827" y="387763"/>
                  <a:pt x="920020" y="378524"/>
                  <a:pt x="946023" y="378524"/>
                </a:cubicBezTo>
                <a:lnTo>
                  <a:pt x="946023" y="189357"/>
                </a:lnTo>
                <a:cubicBezTo>
                  <a:pt x="920020" y="189357"/>
                  <a:pt x="897731" y="180118"/>
                  <a:pt x="879253" y="161544"/>
                </a:cubicBezTo>
                <a:cubicBezTo>
                  <a:pt x="860679" y="142970"/>
                  <a:pt x="851440" y="120777"/>
                  <a:pt x="851440" y="94774"/>
                </a:cubicBezTo>
                <a:lnTo>
                  <a:pt x="378428" y="94774"/>
                </a:lnTo>
                <a:cubicBezTo>
                  <a:pt x="378428" y="120777"/>
                  <a:pt x="369189" y="143066"/>
                  <a:pt x="350615" y="161544"/>
                </a:cubicBezTo>
                <a:cubicBezTo>
                  <a:pt x="332042" y="180118"/>
                  <a:pt x="309848" y="189357"/>
                  <a:pt x="283845" y="189357"/>
                </a:cubicBezTo>
                <a:lnTo>
                  <a:pt x="283845" y="378524"/>
                </a:lnTo>
                <a:cubicBezTo>
                  <a:pt x="309848" y="378524"/>
                  <a:pt x="332137" y="387763"/>
                  <a:pt x="350615" y="406337"/>
                </a:cubicBezTo>
                <a:cubicBezTo>
                  <a:pt x="369094" y="424910"/>
                  <a:pt x="378428" y="447104"/>
                  <a:pt x="378428" y="473107"/>
                </a:cubicBezTo>
                <a:close/>
                <a:moveTo>
                  <a:pt x="898779" y="756952"/>
                </a:moveTo>
                <a:lnTo>
                  <a:pt x="94583" y="756952"/>
                </a:lnTo>
                <a:cubicBezTo>
                  <a:pt x="68580" y="756952"/>
                  <a:pt x="46292" y="747713"/>
                  <a:pt x="27813" y="729139"/>
                </a:cubicBezTo>
                <a:cubicBezTo>
                  <a:pt x="9239" y="710565"/>
                  <a:pt x="0" y="688372"/>
                  <a:pt x="0" y="662369"/>
                </a:cubicBezTo>
                <a:lnTo>
                  <a:pt x="0" y="141923"/>
                </a:lnTo>
                <a:lnTo>
                  <a:pt x="94583" y="141923"/>
                </a:lnTo>
                <a:lnTo>
                  <a:pt x="94583" y="662273"/>
                </a:lnTo>
                <a:lnTo>
                  <a:pt x="898779" y="662273"/>
                </a:lnTo>
                <a:lnTo>
                  <a:pt x="898779" y="756857"/>
                </a:lnTo>
                <a:close/>
                <a:moveTo>
                  <a:pt x="283845" y="473012"/>
                </a:moveTo>
                <a:lnTo>
                  <a:pt x="283845" y="94583"/>
                </a:lnTo>
                <a:lnTo>
                  <a:pt x="283845" y="47301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909" name="Google Shape;1909;p44"/>
          <p:cNvPicPr preferRelativeResize="0"/>
          <p:nvPr>
            <p:ph idx="2" type="pic"/>
          </p:nvPr>
        </p:nvPicPr>
        <p:blipFill/>
        <p:spPr>
          <a:xfrm>
            <a:off x="701959" y="1951038"/>
            <a:ext cx="3045678" cy="1821672"/>
          </a:xfrm>
          <a:prstGeom prst="roundRect">
            <a:avLst>
              <a:gd fmla="val 9345" name="adj"/>
            </a:avLst>
          </a:prstGeom>
          <a:blipFill rotWithShape="1">
            <a:blip r:embed="rId4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4" name="Google Shape;1914;p45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1915" name="Google Shape;1915;p45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16" name="Google Shape;1916;p45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17" name="Google Shape;1917;p45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18" name="Google Shape;1918;p45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19" name="Google Shape;1919;p45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0" name="Google Shape;1920;p45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1" name="Google Shape;1921;p45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2" name="Google Shape;1922;p45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3" name="Google Shape;1923;p45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4" name="Google Shape;1924;p45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5" name="Google Shape;1925;p45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6" name="Google Shape;1926;p45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7" name="Google Shape;1927;p45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8" name="Google Shape;1928;p45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9" name="Google Shape;1929;p45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0" name="Google Shape;1930;p45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1" name="Google Shape;1931;p45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2" name="Google Shape;1932;p45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3" name="Google Shape;1933;p45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4" name="Google Shape;1934;p45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5" name="Google Shape;1935;p45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6" name="Google Shape;1936;p45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7" name="Google Shape;1937;p45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8" name="Google Shape;1938;p45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39" name="Google Shape;1939;p45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0" name="Google Shape;1940;p45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1" name="Google Shape;1941;p45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2" name="Google Shape;1942;p45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3" name="Google Shape;1943;p45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4" name="Google Shape;1944;p45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5" name="Google Shape;1945;p45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6" name="Google Shape;1946;p45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7" name="Google Shape;1947;p45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8" name="Google Shape;1948;p45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49" name="Google Shape;1949;p45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0" name="Google Shape;1950;p45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1" name="Google Shape;1951;p45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2" name="Google Shape;1952;p45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3" name="Google Shape;1953;p45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4" name="Google Shape;1954;p45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5" name="Google Shape;1955;p45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6" name="Google Shape;1956;p45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7" name="Google Shape;1957;p45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8" name="Google Shape;1958;p45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59" name="Google Shape;1959;p45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0" name="Google Shape;1960;p45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1" name="Google Shape;1961;p45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2" name="Google Shape;1962;p45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3" name="Google Shape;1963;p45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4" name="Google Shape;1964;p45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5" name="Google Shape;1965;p45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6" name="Google Shape;1966;p45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7" name="Google Shape;1967;p45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8" name="Google Shape;1968;p45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69" name="Google Shape;1969;p45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0" name="Google Shape;1970;p45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1" name="Google Shape;1971;p45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2" name="Google Shape;1972;p45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3" name="Google Shape;1973;p45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4" name="Google Shape;1974;p45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5" name="Google Shape;1975;p45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6" name="Google Shape;1976;p45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7" name="Google Shape;1977;p45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8" name="Google Shape;1978;p45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79" name="Google Shape;1979;p45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80" name="Google Shape;1980;p45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1981" name="Google Shape;1981;p45"/>
          <p:cNvPicPr preferRelativeResize="0"/>
          <p:nvPr>
            <p:ph idx="2" type="pic"/>
          </p:nvPr>
        </p:nvPicPr>
        <p:blipFill/>
        <p:spPr>
          <a:xfrm>
            <a:off x="8597263" y="1951038"/>
            <a:ext cx="2899412" cy="3014922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1982" name="Google Shape;1982;p45"/>
          <p:cNvSpPr/>
          <p:nvPr/>
        </p:nvSpPr>
        <p:spPr>
          <a:xfrm>
            <a:off x="4985359" y="3877579"/>
            <a:ext cx="2648241" cy="1573942"/>
          </a:xfrm>
          <a:custGeom>
            <a:rect b="b" l="l" r="r" t="t"/>
            <a:pathLst>
              <a:path extrusionOk="0" h="1573942" w="2648241">
                <a:moveTo>
                  <a:pt x="0" y="1573942"/>
                </a:moveTo>
                <a:cubicBezTo>
                  <a:pt x="174625" y="207059"/>
                  <a:pt x="1202425" y="1041822"/>
                  <a:pt x="1108437" y="237268"/>
                </a:cubicBezTo>
                <a:cubicBezTo>
                  <a:pt x="1055298" y="-276836"/>
                  <a:pt x="1918014" y="174942"/>
                  <a:pt x="2648241" y="375334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983" name="Google Shape;1983;p45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1984" name="Google Shape;1984;p45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85" name="Google Shape;1985;p45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986" name="Google Shape;1986;p45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87" name="Google Shape;1987;p45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88" name="Google Shape;1988;p45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89" name="Google Shape;1989;p45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90" name="Google Shape;1990;p45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91" name="Google Shape;1991;p45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1992" name="Google Shape;1992;p45"/>
          <p:cNvGrpSpPr/>
          <p:nvPr/>
        </p:nvGrpSpPr>
        <p:grpSpPr>
          <a:xfrm rot="-202230">
            <a:off x="720015" y="5211948"/>
            <a:ext cx="4513084" cy="972680"/>
            <a:chOff x="4205287" y="3000375"/>
            <a:chExt cx="3781425" cy="857250"/>
          </a:xfrm>
        </p:grpSpPr>
        <p:sp>
          <p:nvSpPr>
            <p:cNvPr id="1993" name="Google Shape;1993;p45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94" name="Google Shape;1994;p45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995" name="Google Shape;1995;p45"/>
          <p:cNvSpPr txBox="1"/>
          <p:nvPr/>
        </p:nvSpPr>
        <p:spPr>
          <a:xfrm>
            <a:off x="618110" y="4369521"/>
            <a:ext cx="238965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Funding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96" name="Google Shape;1996;p45"/>
          <p:cNvSpPr txBox="1"/>
          <p:nvPr/>
        </p:nvSpPr>
        <p:spPr>
          <a:xfrm rot="-217456">
            <a:off x="1012858" y="5347630"/>
            <a:ext cx="39501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Requirements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97" name="Google Shape;1997;p45"/>
          <p:cNvSpPr txBox="1"/>
          <p:nvPr/>
        </p:nvSpPr>
        <p:spPr>
          <a:xfrm>
            <a:off x="6096000" y="5583241"/>
            <a:ext cx="3711400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998" name="Google Shape;1998;p45"/>
          <p:cNvSpPr txBox="1"/>
          <p:nvPr/>
        </p:nvSpPr>
        <p:spPr>
          <a:xfrm>
            <a:off x="6095999" y="5188378"/>
            <a:ext cx="19858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Ask for $5 Millions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1999" name="Google Shape;1999;p45"/>
          <p:cNvGrpSpPr/>
          <p:nvPr/>
        </p:nvGrpSpPr>
        <p:grpSpPr>
          <a:xfrm flipH="1" rot="10800000">
            <a:off x="699274" y="1963767"/>
            <a:ext cx="1472426" cy="1187652"/>
            <a:chOff x="3805237" y="1314450"/>
            <a:chExt cx="4581525" cy="4229100"/>
          </a:xfrm>
        </p:grpSpPr>
        <p:sp>
          <p:nvSpPr>
            <p:cNvPr id="2000" name="Google Shape;2000;p45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01" name="Google Shape;2001;p45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02" name="Google Shape;2002;p45"/>
          <p:cNvSpPr txBox="1"/>
          <p:nvPr/>
        </p:nvSpPr>
        <p:spPr>
          <a:xfrm>
            <a:off x="895318" y="2453847"/>
            <a:ext cx="941102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Marketin</a:t>
            </a:r>
            <a:r>
              <a:rPr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g Sales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03" name="Google Shape;2003;p45"/>
          <p:cNvSpPr txBox="1"/>
          <p:nvPr/>
        </p:nvSpPr>
        <p:spPr>
          <a:xfrm>
            <a:off x="888943" y="2081183"/>
            <a:ext cx="947478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30%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004" name="Google Shape;2004;p45"/>
          <p:cNvGrpSpPr/>
          <p:nvPr/>
        </p:nvGrpSpPr>
        <p:grpSpPr>
          <a:xfrm flipH="1" rot="10800000">
            <a:off x="2767633" y="1963767"/>
            <a:ext cx="1472426" cy="1187652"/>
            <a:chOff x="3805237" y="1314450"/>
            <a:chExt cx="4581525" cy="4229100"/>
          </a:xfrm>
        </p:grpSpPr>
        <p:sp>
          <p:nvSpPr>
            <p:cNvPr id="2005" name="Google Shape;2005;p45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06" name="Google Shape;2006;p45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07" name="Google Shape;2007;p45"/>
          <p:cNvSpPr txBox="1"/>
          <p:nvPr/>
        </p:nvSpPr>
        <p:spPr>
          <a:xfrm>
            <a:off x="2963677" y="2453847"/>
            <a:ext cx="941102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Operational Expense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08" name="Google Shape;2008;p45"/>
          <p:cNvSpPr txBox="1"/>
          <p:nvPr/>
        </p:nvSpPr>
        <p:spPr>
          <a:xfrm>
            <a:off x="2957302" y="2081183"/>
            <a:ext cx="947478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009" name="Google Shape;2009;p45"/>
          <p:cNvGrpSpPr/>
          <p:nvPr/>
        </p:nvGrpSpPr>
        <p:grpSpPr>
          <a:xfrm flipH="1" rot="10800000">
            <a:off x="4878250" y="1963767"/>
            <a:ext cx="1472426" cy="1187652"/>
            <a:chOff x="3805237" y="1314450"/>
            <a:chExt cx="4581525" cy="4229100"/>
          </a:xfrm>
        </p:grpSpPr>
        <p:sp>
          <p:nvSpPr>
            <p:cNvPr id="2010" name="Google Shape;2010;p45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11" name="Google Shape;2011;p45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12" name="Google Shape;2012;p45"/>
          <p:cNvSpPr txBox="1"/>
          <p:nvPr/>
        </p:nvSpPr>
        <p:spPr>
          <a:xfrm>
            <a:off x="5074294" y="2453847"/>
            <a:ext cx="941102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Hiring Key Personnel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13" name="Google Shape;2013;p45"/>
          <p:cNvSpPr txBox="1"/>
          <p:nvPr/>
        </p:nvSpPr>
        <p:spPr>
          <a:xfrm>
            <a:off x="5067919" y="2081183"/>
            <a:ext cx="947478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20%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014" name="Google Shape;2014;p45"/>
          <p:cNvGrpSpPr/>
          <p:nvPr/>
        </p:nvGrpSpPr>
        <p:grpSpPr>
          <a:xfrm flipH="1" rot="10800000">
            <a:off x="7577205" y="3181869"/>
            <a:ext cx="1472426" cy="1187652"/>
            <a:chOff x="3805237" y="1314450"/>
            <a:chExt cx="4581525" cy="4229100"/>
          </a:xfrm>
        </p:grpSpPr>
        <p:sp>
          <p:nvSpPr>
            <p:cNvPr id="2015" name="Google Shape;2015;p45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16" name="Google Shape;2016;p45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17" name="Google Shape;2017;p45"/>
          <p:cNvSpPr txBox="1"/>
          <p:nvPr/>
        </p:nvSpPr>
        <p:spPr>
          <a:xfrm>
            <a:off x="7773249" y="3671949"/>
            <a:ext cx="941102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Product Development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018" name="Google Shape;2018;p45"/>
          <p:cNvSpPr txBox="1"/>
          <p:nvPr/>
        </p:nvSpPr>
        <p:spPr>
          <a:xfrm>
            <a:off x="7766874" y="3299285"/>
            <a:ext cx="947478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40%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019" name="Google Shape;2019;p45"/>
          <p:cNvSpPr/>
          <p:nvPr/>
        </p:nvSpPr>
        <p:spPr>
          <a:xfrm>
            <a:off x="7388938" y="4094778"/>
            <a:ext cx="376534" cy="376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020" name="Google Shape;2020;p45"/>
          <p:cNvGrpSpPr/>
          <p:nvPr/>
        </p:nvGrpSpPr>
        <p:grpSpPr>
          <a:xfrm>
            <a:off x="3738646" y="3935418"/>
            <a:ext cx="437438" cy="437438"/>
            <a:chOff x="4876800" y="2209800"/>
            <a:chExt cx="2438400" cy="2438400"/>
          </a:xfrm>
        </p:grpSpPr>
        <p:sp>
          <p:nvSpPr>
            <p:cNvPr id="2021" name="Google Shape;2021;p45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22" name="Google Shape;2022;p45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23" name="Google Shape;2023;p45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24" name="Google Shape;2024;p45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2025" name="Google Shape;2025;p45"/>
          <p:cNvGrpSpPr/>
          <p:nvPr/>
        </p:nvGrpSpPr>
        <p:grpSpPr>
          <a:xfrm>
            <a:off x="10692137" y="5628824"/>
            <a:ext cx="275864" cy="275864"/>
            <a:chOff x="4876800" y="2209800"/>
            <a:chExt cx="2438400" cy="2438400"/>
          </a:xfrm>
        </p:grpSpPr>
        <p:sp>
          <p:nvSpPr>
            <p:cNvPr id="2026" name="Google Shape;2026;p45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27" name="Google Shape;2027;p45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28" name="Google Shape;2028;p45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29" name="Google Shape;2029;p45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30" name="Google Shape;2030;p45"/>
          <p:cNvSpPr/>
          <p:nvPr/>
        </p:nvSpPr>
        <p:spPr>
          <a:xfrm>
            <a:off x="7497290" y="4195763"/>
            <a:ext cx="169402" cy="160942"/>
          </a:xfrm>
          <a:custGeom>
            <a:rect b="b" l="l" r="r" t="t"/>
            <a:pathLst>
              <a:path extrusionOk="0" h="273660" w="288044">
                <a:moveTo>
                  <a:pt x="201629" y="129653"/>
                </a:moveTo>
                <a:cubicBezTo>
                  <a:pt x="205717" y="129653"/>
                  <a:pt x="209139" y="128261"/>
                  <a:pt x="211894" y="125506"/>
                </a:cubicBezTo>
                <a:cubicBezTo>
                  <a:pt x="214649" y="122752"/>
                  <a:pt x="216041" y="119330"/>
                  <a:pt x="216041" y="115241"/>
                </a:cubicBezTo>
                <a:cubicBezTo>
                  <a:pt x="216041" y="111152"/>
                  <a:pt x="214649" y="107730"/>
                  <a:pt x="211894" y="104975"/>
                </a:cubicBezTo>
                <a:cubicBezTo>
                  <a:pt x="209139" y="102221"/>
                  <a:pt x="205717" y="100829"/>
                  <a:pt x="201629" y="100829"/>
                </a:cubicBezTo>
                <a:cubicBezTo>
                  <a:pt x="197540" y="100829"/>
                  <a:pt x="194118" y="102221"/>
                  <a:pt x="191363" y="104975"/>
                </a:cubicBezTo>
                <a:cubicBezTo>
                  <a:pt x="188608" y="107730"/>
                  <a:pt x="187216" y="111152"/>
                  <a:pt x="187216" y="115241"/>
                </a:cubicBezTo>
                <a:cubicBezTo>
                  <a:pt x="187216" y="119330"/>
                  <a:pt x="188608" y="122752"/>
                  <a:pt x="191363" y="125506"/>
                </a:cubicBezTo>
                <a:cubicBezTo>
                  <a:pt x="194118" y="128261"/>
                  <a:pt x="197540" y="129653"/>
                  <a:pt x="201629" y="129653"/>
                </a:cubicBezTo>
                <a:close/>
                <a:moveTo>
                  <a:pt x="86416" y="100858"/>
                </a:moveTo>
                <a:lnTo>
                  <a:pt x="158420" y="100858"/>
                </a:lnTo>
                <a:lnTo>
                  <a:pt x="158420" y="72062"/>
                </a:lnTo>
                <a:lnTo>
                  <a:pt x="86416" y="72062"/>
                </a:lnTo>
                <a:lnTo>
                  <a:pt x="86416" y="100858"/>
                </a:lnTo>
                <a:close/>
                <a:moveTo>
                  <a:pt x="36016" y="273661"/>
                </a:moveTo>
                <a:cubicBezTo>
                  <a:pt x="27868" y="246286"/>
                  <a:pt x="19806" y="218998"/>
                  <a:pt x="11890" y="191740"/>
                </a:cubicBezTo>
                <a:cubicBezTo>
                  <a:pt x="3973" y="164481"/>
                  <a:pt x="0" y="136613"/>
                  <a:pt x="0" y="108049"/>
                </a:cubicBezTo>
                <a:cubicBezTo>
                  <a:pt x="0" y="85981"/>
                  <a:pt x="7685" y="67248"/>
                  <a:pt x="23054" y="51879"/>
                </a:cubicBezTo>
                <a:cubicBezTo>
                  <a:pt x="38423" y="36509"/>
                  <a:pt x="57128" y="28825"/>
                  <a:pt x="79225" y="28825"/>
                </a:cubicBezTo>
                <a:lnTo>
                  <a:pt x="151229" y="28825"/>
                </a:lnTo>
                <a:cubicBezTo>
                  <a:pt x="158188" y="19690"/>
                  <a:pt x="166656" y="12614"/>
                  <a:pt x="176603" y="7569"/>
                </a:cubicBezTo>
                <a:cubicBezTo>
                  <a:pt x="186549" y="2523"/>
                  <a:pt x="197308" y="0"/>
                  <a:pt x="208820" y="0"/>
                </a:cubicBezTo>
                <a:cubicBezTo>
                  <a:pt x="214823" y="0"/>
                  <a:pt x="219927" y="2088"/>
                  <a:pt x="224132" y="6293"/>
                </a:cubicBezTo>
                <a:cubicBezTo>
                  <a:pt x="228336" y="10498"/>
                  <a:pt x="230424" y="15601"/>
                  <a:pt x="230424" y="21604"/>
                </a:cubicBezTo>
                <a:cubicBezTo>
                  <a:pt x="230424" y="23054"/>
                  <a:pt x="230250" y="24475"/>
                  <a:pt x="229873" y="25925"/>
                </a:cubicBezTo>
                <a:cubicBezTo>
                  <a:pt x="229496" y="27375"/>
                  <a:pt x="229090" y="28680"/>
                  <a:pt x="228626" y="29898"/>
                </a:cubicBezTo>
                <a:cubicBezTo>
                  <a:pt x="227669" y="32537"/>
                  <a:pt x="226771" y="35233"/>
                  <a:pt x="225930" y="37988"/>
                </a:cubicBezTo>
                <a:cubicBezTo>
                  <a:pt x="225089" y="40743"/>
                  <a:pt x="224422" y="43556"/>
                  <a:pt x="223958" y="46456"/>
                </a:cubicBezTo>
                <a:lnTo>
                  <a:pt x="256726" y="79225"/>
                </a:lnTo>
                <a:lnTo>
                  <a:pt x="288045" y="79225"/>
                </a:lnTo>
                <a:lnTo>
                  <a:pt x="288045" y="179676"/>
                </a:lnTo>
                <a:lnTo>
                  <a:pt x="247360" y="192987"/>
                </a:lnTo>
                <a:lnTo>
                  <a:pt x="223233" y="273632"/>
                </a:lnTo>
                <a:lnTo>
                  <a:pt x="144037" y="273632"/>
                </a:lnTo>
                <a:lnTo>
                  <a:pt x="144037" y="244836"/>
                </a:lnTo>
                <a:lnTo>
                  <a:pt x="115241" y="244836"/>
                </a:lnTo>
                <a:lnTo>
                  <a:pt x="115241" y="273632"/>
                </a:lnTo>
                <a:lnTo>
                  <a:pt x="36016" y="273632"/>
                </a:lnTo>
                <a:close/>
                <a:moveTo>
                  <a:pt x="57621" y="244865"/>
                </a:moveTo>
                <a:lnTo>
                  <a:pt x="86416" y="244865"/>
                </a:lnTo>
                <a:lnTo>
                  <a:pt x="86416" y="216069"/>
                </a:lnTo>
                <a:lnTo>
                  <a:pt x="172833" y="216069"/>
                </a:lnTo>
                <a:lnTo>
                  <a:pt x="172833" y="244865"/>
                </a:lnTo>
                <a:lnTo>
                  <a:pt x="201629" y="244865"/>
                </a:lnTo>
                <a:lnTo>
                  <a:pt x="223958" y="170686"/>
                </a:lnTo>
                <a:lnTo>
                  <a:pt x="259249" y="158797"/>
                </a:lnTo>
                <a:lnTo>
                  <a:pt x="259249" y="108020"/>
                </a:lnTo>
                <a:lnTo>
                  <a:pt x="244837" y="108020"/>
                </a:lnTo>
                <a:lnTo>
                  <a:pt x="194437" y="57620"/>
                </a:lnTo>
                <a:cubicBezTo>
                  <a:pt x="194437" y="52807"/>
                  <a:pt x="194727" y="48196"/>
                  <a:pt x="195336" y="43759"/>
                </a:cubicBezTo>
                <a:cubicBezTo>
                  <a:pt x="195945" y="39322"/>
                  <a:pt x="196844" y="34827"/>
                  <a:pt x="198033" y="30246"/>
                </a:cubicBezTo>
                <a:cubicBezTo>
                  <a:pt x="191073" y="32160"/>
                  <a:pt x="184954" y="35465"/>
                  <a:pt x="179676" y="40134"/>
                </a:cubicBezTo>
                <a:cubicBezTo>
                  <a:pt x="174399" y="44803"/>
                  <a:pt x="170542" y="50632"/>
                  <a:pt x="168164" y="57591"/>
                </a:cubicBezTo>
                <a:lnTo>
                  <a:pt x="79225" y="57591"/>
                </a:lnTo>
                <a:cubicBezTo>
                  <a:pt x="65305" y="57591"/>
                  <a:pt x="53416" y="62521"/>
                  <a:pt x="43585" y="72352"/>
                </a:cubicBezTo>
                <a:cubicBezTo>
                  <a:pt x="33755" y="82182"/>
                  <a:pt x="28825" y="94072"/>
                  <a:pt x="28825" y="107991"/>
                </a:cubicBezTo>
                <a:cubicBezTo>
                  <a:pt x="28825" y="131509"/>
                  <a:pt x="32073" y="154505"/>
                  <a:pt x="38539" y="176950"/>
                </a:cubicBezTo>
                <a:cubicBezTo>
                  <a:pt x="45006" y="199395"/>
                  <a:pt x="51386" y="222014"/>
                  <a:pt x="57621" y="24480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5" name="Google Shape;2035;p46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2036" name="Google Shape;2036;p46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37" name="Google Shape;2037;p46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38" name="Google Shape;2038;p46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39" name="Google Shape;2039;p46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0" name="Google Shape;2040;p46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1" name="Google Shape;2041;p46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2" name="Google Shape;2042;p46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3" name="Google Shape;2043;p46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4" name="Google Shape;2044;p46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5" name="Google Shape;2045;p46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6" name="Google Shape;2046;p46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7" name="Google Shape;2047;p46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8" name="Google Shape;2048;p46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49" name="Google Shape;2049;p46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0" name="Google Shape;2050;p46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1" name="Google Shape;2051;p46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2" name="Google Shape;2052;p46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3" name="Google Shape;2053;p46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4" name="Google Shape;2054;p46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5" name="Google Shape;2055;p46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6" name="Google Shape;2056;p46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7" name="Google Shape;2057;p46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8" name="Google Shape;2058;p46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59" name="Google Shape;2059;p46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0" name="Google Shape;2060;p46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1" name="Google Shape;2061;p46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2" name="Google Shape;2062;p46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3" name="Google Shape;2063;p46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4" name="Google Shape;2064;p46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5" name="Google Shape;2065;p46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69" name="Google Shape;2069;p46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0" name="Google Shape;2070;p46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1" name="Google Shape;2071;p46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2" name="Google Shape;2072;p46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3" name="Google Shape;2073;p46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4" name="Google Shape;2074;p46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5" name="Google Shape;2075;p46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6" name="Google Shape;2076;p46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9" name="Google Shape;2079;p46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0" name="Google Shape;2080;p46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1" name="Google Shape;2081;p46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2" name="Google Shape;2082;p46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3" name="Google Shape;2083;p46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4" name="Google Shape;2084;p46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5" name="Google Shape;2085;p46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6" name="Google Shape;2086;p46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7" name="Google Shape;2087;p46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8" name="Google Shape;2088;p46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89" name="Google Shape;2089;p46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0" name="Google Shape;2090;p46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1" name="Google Shape;2091;p46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2" name="Google Shape;2092;p46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3" name="Google Shape;2093;p46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4" name="Google Shape;2094;p46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5" name="Google Shape;2095;p46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6" name="Google Shape;2096;p46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7" name="Google Shape;2097;p46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8" name="Google Shape;2098;p46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99" name="Google Shape;2099;p46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00" name="Google Shape;2100;p46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01" name="Google Shape;2101;p46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02" name="Google Shape;2102;p46"/>
          <p:cNvSpPr/>
          <p:nvPr/>
        </p:nvSpPr>
        <p:spPr>
          <a:xfrm rot="2381954">
            <a:off x="9047598" y="2187126"/>
            <a:ext cx="1737923" cy="1872002"/>
          </a:xfrm>
          <a:custGeom>
            <a:rect b="b" l="l" r="r" t="t"/>
            <a:pathLst>
              <a:path extrusionOk="0" h="1872002" w="1737923">
                <a:moveTo>
                  <a:pt x="0" y="1687120"/>
                </a:moveTo>
                <a:cubicBezTo>
                  <a:pt x="605155" y="2261432"/>
                  <a:pt x="825235" y="1297875"/>
                  <a:pt x="1234167" y="1476301"/>
                </a:cubicBezTo>
                <a:cubicBezTo>
                  <a:pt x="1851588" y="1777537"/>
                  <a:pt x="1864117" y="729248"/>
                  <a:pt x="1474204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103" name="Google Shape;2103;p46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2104" name="Google Shape;2104;p46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05" name="Google Shape;2105;p46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06" name="Google Shape;2106;p46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07" name="Google Shape;2107;p46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08" name="Google Shape;2108;p46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09" name="Google Shape;2109;p46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10" name="Google Shape;2110;p46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11" name="Google Shape;2111;p46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112" name="Google Shape;2112;p46"/>
          <p:cNvGrpSpPr/>
          <p:nvPr/>
        </p:nvGrpSpPr>
        <p:grpSpPr>
          <a:xfrm flipH="1" rot="201040">
            <a:off x="4584203" y="2721027"/>
            <a:ext cx="4410690" cy="972680"/>
            <a:chOff x="4205287" y="3000375"/>
            <a:chExt cx="3781425" cy="857250"/>
          </a:xfrm>
        </p:grpSpPr>
        <p:sp>
          <p:nvSpPr>
            <p:cNvPr id="2113" name="Google Shape;2113;p46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14" name="Google Shape;2114;p46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15" name="Google Shape;2115;p46"/>
          <p:cNvSpPr txBox="1"/>
          <p:nvPr/>
        </p:nvSpPr>
        <p:spPr>
          <a:xfrm>
            <a:off x="4754877" y="1829478"/>
            <a:ext cx="40558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Partnerships &amp;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16" name="Google Shape;2116;p46"/>
          <p:cNvSpPr txBox="1"/>
          <p:nvPr/>
        </p:nvSpPr>
        <p:spPr>
          <a:xfrm flipH="1" rot="216266">
            <a:off x="4867825" y="2856709"/>
            <a:ext cx="38916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Collaboration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17" name="Google Shape;2117;p46"/>
          <p:cNvSpPr txBox="1"/>
          <p:nvPr/>
        </p:nvSpPr>
        <p:spPr>
          <a:xfrm>
            <a:off x="1014300" y="5586943"/>
            <a:ext cx="2560968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18" name="Google Shape;2118;p46"/>
          <p:cNvSpPr txBox="1"/>
          <p:nvPr/>
        </p:nvSpPr>
        <p:spPr>
          <a:xfrm>
            <a:off x="1014298" y="5192080"/>
            <a:ext cx="12047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Partner 02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119" name="Google Shape;2119;p46"/>
          <p:cNvGrpSpPr/>
          <p:nvPr/>
        </p:nvGrpSpPr>
        <p:grpSpPr>
          <a:xfrm>
            <a:off x="695325" y="2619913"/>
            <a:ext cx="2879943" cy="1618174"/>
            <a:chOff x="1282747" y="1906681"/>
            <a:chExt cx="2667000" cy="1238250"/>
          </a:xfrm>
        </p:grpSpPr>
        <p:sp>
          <p:nvSpPr>
            <p:cNvPr id="2120" name="Google Shape;2120;p46"/>
            <p:cNvSpPr/>
            <p:nvPr/>
          </p:nvSpPr>
          <p:spPr>
            <a:xfrm>
              <a:off x="1282747" y="1906681"/>
              <a:ext cx="2667000" cy="1238250"/>
            </a:xfrm>
            <a:custGeom>
              <a:rect b="b" l="l" r="r" t="t"/>
              <a:pathLst>
                <a:path extrusionOk="0" h="1238250" w="2667000">
                  <a:moveTo>
                    <a:pt x="2667000" y="295275"/>
                  </a:moveTo>
                  <a:lnTo>
                    <a:pt x="2667000" y="1034129"/>
                  </a:lnTo>
                  <a:cubicBezTo>
                    <a:pt x="2667000" y="1146905"/>
                    <a:pt x="2575655" y="1238250"/>
                    <a:pt x="2462879" y="1238250"/>
                  </a:cubicBezTo>
                  <a:lnTo>
                    <a:pt x="204121" y="1238250"/>
                  </a:lnTo>
                  <a:cubicBezTo>
                    <a:pt x="91345" y="1238250"/>
                    <a:pt x="0" y="1146905"/>
                    <a:pt x="0" y="1034129"/>
                  </a:cubicBezTo>
                  <a:lnTo>
                    <a:pt x="0" y="204121"/>
                  </a:lnTo>
                  <a:cubicBezTo>
                    <a:pt x="0" y="91345"/>
                    <a:pt x="91345" y="0"/>
                    <a:pt x="204121" y="0"/>
                  </a:cubicBezTo>
                  <a:lnTo>
                    <a:pt x="2339054" y="0"/>
                  </a:lnTo>
                  <a:lnTo>
                    <a:pt x="2667000" y="2952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21" name="Google Shape;2121;p46"/>
            <p:cNvSpPr/>
            <p:nvPr/>
          </p:nvSpPr>
          <p:spPr>
            <a:xfrm>
              <a:off x="3603641" y="1906681"/>
              <a:ext cx="346105" cy="295275"/>
            </a:xfrm>
            <a:custGeom>
              <a:rect b="b" l="l" r="r" t="t"/>
              <a:pathLst>
                <a:path extrusionOk="0" h="295275" w="346105">
                  <a:moveTo>
                    <a:pt x="346105" y="295275"/>
                  </a:moveTo>
                  <a:lnTo>
                    <a:pt x="73500" y="295275"/>
                  </a:lnTo>
                  <a:cubicBezTo>
                    <a:pt x="30542" y="295275"/>
                    <a:pt x="-3272" y="258604"/>
                    <a:pt x="253" y="215741"/>
                  </a:cubicBezTo>
                  <a:lnTo>
                    <a:pt x="18160" y="0"/>
                  </a:lnTo>
                  <a:lnTo>
                    <a:pt x="346105" y="2952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22" name="Google Shape;2122;p46"/>
          <p:cNvSpPr txBox="1"/>
          <p:nvPr/>
        </p:nvSpPr>
        <p:spPr>
          <a:xfrm>
            <a:off x="961002" y="3217310"/>
            <a:ext cx="2313139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23" name="Google Shape;2123;p46"/>
          <p:cNvSpPr txBox="1"/>
          <p:nvPr/>
        </p:nvSpPr>
        <p:spPr>
          <a:xfrm>
            <a:off x="961001" y="2822447"/>
            <a:ext cx="18300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Partner 01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24" name="Google Shape;2124;p46"/>
          <p:cNvSpPr txBox="1"/>
          <p:nvPr/>
        </p:nvSpPr>
        <p:spPr>
          <a:xfrm>
            <a:off x="4497739" y="5586943"/>
            <a:ext cx="2560968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25" name="Google Shape;2125;p46"/>
          <p:cNvSpPr txBox="1"/>
          <p:nvPr/>
        </p:nvSpPr>
        <p:spPr>
          <a:xfrm>
            <a:off x="4497737" y="5192080"/>
            <a:ext cx="12047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Partner 03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126" name="Google Shape;2126;p46"/>
          <p:cNvGrpSpPr/>
          <p:nvPr/>
        </p:nvGrpSpPr>
        <p:grpSpPr>
          <a:xfrm>
            <a:off x="6340031" y="4485638"/>
            <a:ext cx="437438" cy="437438"/>
            <a:chOff x="4876800" y="2209800"/>
            <a:chExt cx="2438400" cy="2438400"/>
          </a:xfrm>
        </p:grpSpPr>
        <p:sp>
          <p:nvSpPr>
            <p:cNvPr id="2127" name="Google Shape;2127;p46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28" name="Google Shape;2128;p46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29" name="Google Shape;2129;p46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30" name="Google Shape;2130;p46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31" name="Google Shape;2131;p46"/>
          <p:cNvSpPr/>
          <p:nvPr/>
        </p:nvSpPr>
        <p:spPr>
          <a:xfrm>
            <a:off x="10729366" y="2480042"/>
            <a:ext cx="545410" cy="5454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32" name="Google Shape;2132;p46"/>
          <p:cNvSpPr/>
          <p:nvPr/>
        </p:nvSpPr>
        <p:spPr>
          <a:xfrm>
            <a:off x="10868560" y="2612698"/>
            <a:ext cx="267022" cy="244764"/>
          </a:xfrm>
          <a:custGeom>
            <a:rect b="b" l="l" r="r" t="t"/>
            <a:pathLst>
              <a:path extrusionOk="0" h="1005554" w="1096994">
                <a:moveTo>
                  <a:pt x="400050" y="1005459"/>
                </a:moveTo>
                <a:cubicBezTo>
                  <a:pt x="364998" y="1005459"/>
                  <a:pt x="333566" y="996315"/>
                  <a:pt x="305753" y="978027"/>
                </a:cubicBezTo>
                <a:cubicBezTo>
                  <a:pt x="277940" y="959739"/>
                  <a:pt x="256413" y="934593"/>
                  <a:pt x="241173" y="902589"/>
                </a:cubicBezTo>
                <a:cubicBezTo>
                  <a:pt x="228981" y="918591"/>
                  <a:pt x="213551" y="930974"/>
                  <a:pt x="194882" y="939737"/>
                </a:cubicBezTo>
                <a:cubicBezTo>
                  <a:pt x="176213" y="948500"/>
                  <a:pt x="156972" y="952881"/>
                  <a:pt x="137160" y="952881"/>
                </a:cubicBezTo>
                <a:cubicBezTo>
                  <a:pt x="98298" y="952881"/>
                  <a:pt x="65723" y="939546"/>
                  <a:pt x="39434" y="912876"/>
                </a:cubicBezTo>
                <a:cubicBezTo>
                  <a:pt x="13145" y="886206"/>
                  <a:pt x="0" y="853821"/>
                  <a:pt x="0" y="815721"/>
                </a:cubicBezTo>
                <a:cubicBezTo>
                  <a:pt x="0" y="782955"/>
                  <a:pt x="10668" y="753428"/>
                  <a:pt x="32004" y="727138"/>
                </a:cubicBezTo>
                <a:cubicBezTo>
                  <a:pt x="53340" y="700850"/>
                  <a:pt x="80391" y="685800"/>
                  <a:pt x="113157" y="681990"/>
                </a:cubicBezTo>
                <a:cubicBezTo>
                  <a:pt x="102489" y="666750"/>
                  <a:pt x="94298" y="650558"/>
                  <a:pt x="88583" y="633413"/>
                </a:cubicBezTo>
                <a:cubicBezTo>
                  <a:pt x="82868" y="616268"/>
                  <a:pt x="80010" y="598170"/>
                  <a:pt x="80010" y="579120"/>
                </a:cubicBezTo>
                <a:cubicBezTo>
                  <a:pt x="80010" y="548640"/>
                  <a:pt x="87821" y="520065"/>
                  <a:pt x="103442" y="493395"/>
                </a:cubicBezTo>
                <a:cubicBezTo>
                  <a:pt x="119062" y="466725"/>
                  <a:pt x="140970" y="445008"/>
                  <a:pt x="169164" y="428244"/>
                </a:cubicBezTo>
                <a:cubicBezTo>
                  <a:pt x="172974" y="441960"/>
                  <a:pt x="178118" y="456629"/>
                  <a:pt x="184595" y="472250"/>
                </a:cubicBezTo>
                <a:cubicBezTo>
                  <a:pt x="191072" y="487871"/>
                  <a:pt x="198501" y="501396"/>
                  <a:pt x="206883" y="512826"/>
                </a:cubicBezTo>
                <a:cubicBezTo>
                  <a:pt x="196215" y="521208"/>
                  <a:pt x="187833" y="531305"/>
                  <a:pt x="181737" y="543116"/>
                </a:cubicBezTo>
                <a:cubicBezTo>
                  <a:pt x="175641" y="554927"/>
                  <a:pt x="172593" y="567309"/>
                  <a:pt x="172593" y="580263"/>
                </a:cubicBezTo>
                <a:cubicBezTo>
                  <a:pt x="172593" y="622935"/>
                  <a:pt x="190119" y="649224"/>
                  <a:pt x="225171" y="659130"/>
                </a:cubicBezTo>
                <a:cubicBezTo>
                  <a:pt x="260223" y="669036"/>
                  <a:pt x="293370" y="677037"/>
                  <a:pt x="324612" y="683133"/>
                </a:cubicBezTo>
                <a:lnTo>
                  <a:pt x="346329" y="719709"/>
                </a:lnTo>
                <a:cubicBezTo>
                  <a:pt x="337947" y="744093"/>
                  <a:pt x="330708" y="764858"/>
                  <a:pt x="324612" y="782003"/>
                </a:cubicBezTo>
                <a:cubicBezTo>
                  <a:pt x="318516" y="799148"/>
                  <a:pt x="315468" y="814578"/>
                  <a:pt x="315468" y="828294"/>
                </a:cubicBezTo>
                <a:cubicBezTo>
                  <a:pt x="315468" y="851154"/>
                  <a:pt x="323660" y="871157"/>
                  <a:pt x="340043" y="888302"/>
                </a:cubicBezTo>
                <a:cubicBezTo>
                  <a:pt x="356426" y="905447"/>
                  <a:pt x="376428" y="914019"/>
                  <a:pt x="400050" y="914019"/>
                </a:cubicBezTo>
                <a:cubicBezTo>
                  <a:pt x="429006" y="914019"/>
                  <a:pt x="453009" y="901065"/>
                  <a:pt x="472059" y="875157"/>
                </a:cubicBezTo>
                <a:cubicBezTo>
                  <a:pt x="491109" y="849249"/>
                  <a:pt x="506730" y="818769"/>
                  <a:pt x="518922" y="783717"/>
                </a:cubicBezTo>
                <a:cubicBezTo>
                  <a:pt x="531114" y="748665"/>
                  <a:pt x="540449" y="713232"/>
                  <a:pt x="546926" y="677418"/>
                </a:cubicBezTo>
                <a:cubicBezTo>
                  <a:pt x="553403" y="641604"/>
                  <a:pt x="558546" y="614172"/>
                  <a:pt x="562356" y="595122"/>
                </a:cubicBezTo>
                <a:lnTo>
                  <a:pt x="651510" y="619125"/>
                </a:lnTo>
                <a:cubicBezTo>
                  <a:pt x="644652" y="653415"/>
                  <a:pt x="636270" y="692658"/>
                  <a:pt x="626364" y="736854"/>
                </a:cubicBezTo>
                <a:cubicBezTo>
                  <a:pt x="616458" y="781050"/>
                  <a:pt x="602552" y="823151"/>
                  <a:pt x="584645" y="863156"/>
                </a:cubicBezTo>
                <a:cubicBezTo>
                  <a:pt x="566738" y="903161"/>
                  <a:pt x="543116" y="936879"/>
                  <a:pt x="513778" y="964311"/>
                </a:cubicBezTo>
                <a:cubicBezTo>
                  <a:pt x="484442" y="991743"/>
                  <a:pt x="446532" y="1005459"/>
                  <a:pt x="400050" y="1005459"/>
                </a:cubicBezTo>
                <a:close/>
                <a:moveTo>
                  <a:pt x="137255" y="861536"/>
                </a:moveTo>
                <a:cubicBezTo>
                  <a:pt x="150209" y="861536"/>
                  <a:pt x="161068" y="857155"/>
                  <a:pt x="169831" y="848392"/>
                </a:cubicBezTo>
                <a:cubicBezTo>
                  <a:pt x="178594" y="839629"/>
                  <a:pt x="182975" y="828770"/>
                  <a:pt x="182975" y="815816"/>
                </a:cubicBezTo>
                <a:cubicBezTo>
                  <a:pt x="182975" y="802862"/>
                  <a:pt x="178594" y="792004"/>
                  <a:pt x="169831" y="783241"/>
                </a:cubicBezTo>
                <a:cubicBezTo>
                  <a:pt x="161068" y="774478"/>
                  <a:pt x="150209" y="770096"/>
                  <a:pt x="137255" y="770096"/>
                </a:cubicBezTo>
                <a:cubicBezTo>
                  <a:pt x="124301" y="770096"/>
                  <a:pt x="113443" y="774478"/>
                  <a:pt x="104680" y="783241"/>
                </a:cubicBezTo>
                <a:cubicBezTo>
                  <a:pt x="95917" y="792004"/>
                  <a:pt x="91535" y="802862"/>
                  <a:pt x="91535" y="815816"/>
                </a:cubicBezTo>
                <a:cubicBezTo>
                  <a:pt x="91535" y="828770"/>
                  <a:pt x="95917" y="839629"/>
                  <a:pt x="104680" y="848392"/>
                </a:cubicBezTo>
                <a:cubicBezTo>
                  <a:pt x="113443" y="857155"/>
                  <a:pt x="124301" y="861536"/>
                  <a:pt x="137255" y="861536"/>
                </a:cubicBezTo>
                <a:close/>
                <a:moveTo>
                  <a:pt x="461772" y="681038"/>
                </a:moveTo>
                <a:cubicBezTo>
                  <a:pt x="426720" y="649796"/>
                  <a:pt x="394907" y="620649"/>
                  <a:pt x="366332" y="593598"/>
                </a:cubicBezTo>
                <a:cubicBezTo>
                  <a:pt x="337757" y="566547"/>
                  <a:pt x="313182" y="540258"/>
                  <a:pt x="292608" y="514731"/>
                </a:cubicBezTo>
                <a:cubicBezTo>
                  <a:pt x="272034" y="489204"/>
                  <a:pt x="256222" y="463677"/>
                  <a:pt x="245174" y="438150"/>
                </a:cubicBezTo>
                <a:cubicBezTo>
                  <a:pt x="234125" y="412623"/>
                  <a:pt x="228600" y="386144"/>
                  <a:pt x="228600" y="358712"/>
                </a:cubicBezTo>
                <a:cubicBezTo>
                  <a:pt x="228600" y="309182"/>
                  <a:pt x="245555" y="267462"/>
                  <a:pt x="279464" y="233553"/>
                </a:cubicBezTo>
                <a:cubicBezTo>
                  <a:pt x="313373" y="199644"/>
                  <a:pt x="355092" y="182690"/>
                  <a:pt x="404622" y="182690"/>
                </a:cubicBezTo>
                <a:cubicBezTo>
                  <a:pt x="407670" y="182690"/>
                  <a:pt x="410337" y="182880"/>
                  <a:pt x="412623" y="183261"/>
                </a:cubicBezTo>
                <a:cubicBezTo>
                  <a:pt x="414909" y="183642"/>
                  <a:pt x="417576" y="183833"/>
                  <a:pt x="420624" y="183833"/>
                </a:cubicBezTo>
                <a:cubicBezTo>
                  <a:pt x="417576" y="176213"/>
                  <a:pt x="415290" y="168593"/>
                  <a:pt x="413766" y="160973"/>
                </a:cubicBezTo>
                <a:cubicBezTo>
                  <a:pt x="412242" y="153353"/>
                  <a:pt x="411480" y="145352"/>
                  <a:pt x="411480" y="136970"/>
                </a:cubicBezTo>
                <a:cubicBezTo>
                  <a:pt x="411480" y="98870"/>
                  <a:pt x="424815" y="66485"/>
                  <a:pt x="451485" y="39815"/>
                </a:cubicBezTo>
                <a:cubicBezTo>
                  <a:pt x="478155" y="13145"/>
                  <a:pt x="510540" y="0"/>
                  <a:pt x="548640" y="0"/>
                </a:cubicBezTo>
                <a:cubicBezTo>
                  <a:pt x="586740" y="0"/>
                  <a:pt x="619125" y="13335"/>
                  <a:pt x="645795" y="40005"/>
                </a:cubicBezTo>
                <a:cubicBezTo>
                  <a:pt x="672465" y="66675"/>
                  <a:pt x="685800" y="99060"/>
                  <a:pt x="685800" y="137160"/>
                </a:cubicBezTo>
                <a:cubicBezTo>
                  <a:pt x="685800" y="145542"/>
                  <a:pt x="685038" y="153353"/>
                  <a:pt x="683514" y="160592"/>
                </a:cubicBezTo>
                <a:cubicBezTo>
                  <a:pt x="681990" y="167831"/>
                  <a:pt x="679704" y="175260"/>
                  <a:pt x="676656" y="182880"/>
                </a:cubicBezTo>
                <a:lnTo>
                  <a:pt x="692658" y="182880"/>
                </a:lnTo>
                <a:cubicBezTo>
                  <a:pt x="738378" y="182880"/>
                  <a:pt x="777240" y="197549"/>
                  <a:pt x="809244" y="226886"/>
                </a:cubicBezTo>
                <a:cubicBezTo>
                  <a:pt x="841248" y="256223"/>
                  <a:pt x="860298" y="292608"/>
                  <a:pt x="866394" y="336042"/>
                </a:cubicBezTo>
                <a:cubicBezTo>
                  <a:pt x="852678" y="333756"/>
                  <a:pt x="837248" y="332613"/>
                  <a:pt x="820103" y="332613"/>
                </a:cubicBezTo>
                <a:cubicBezTo>
                  <a:pt x="802958" y="332613"/>
                  <a:pt x="787146" y="333375"/>
                  <a:pt x="772668" y="334899"/>
                </a:cubicBezTo>
                <a:cubicBezTo>
                  <a:pt x="767334" y="317373"/>
                  <a:pt x="757618" y="302895"/>
                  <a:pt x="743522" y="291465"/>
                </a:cubicBezTo>
                <a:cubicBezTo>
                  <a:pt x="729425" y="280035"/>
                  <a:pt x="712470" y="274320"/>
                  <a:pt x="692658" y="274320"/>
                </a:cubicBezTo>
                <a:cubicBezTo>
                  <a:pt x="665988" y="274320"/>
                  <a:pt x="645224" y="282131"/>
                  <a:pt x="630365" y="297752"/>
                </a:cubicBezTo>
                <a:cubicBezTo>
                  <a:pt x="615506" y="313373"/>
                  <a:pt x="595122" y="336042"/>
                  <a:pt x="569214" y="365760"/>
                </a:cubicBezTo>
                <a:lnTo>
                  <a:pt x="526923" y="365760"/>
                </a:lnTo>
                <a:cubicBezTo>
                  <a:pt x="500253" y="334518"/>
                  <a:pt x="479489" y="311468"/>
                  <a:pt x="464629" y="296609"/>
                </a:cubicBezTo>
                <a:cubicBezTo>
                  <a:pt x="449771" y="281750"/>
                  <a:pt x="429768" y="274320"/>
                  <a:pt x="404622" y="274320"/>
                </a:cubicBezTo>
                <a:cubicBezTo>
                  <a:pt x="379476" y="274320"/>
                  <a:pt x="360045" y="282321"/>
                  <a:pt x="344043" y="298323"/>
                </a:cubicBezTo>
                <a:cubicBezTo>
                  <a:pt x="328041" y="314325"/>
                  <a:pt x="320040" y="334518"/>
                  <a:pt x="320040" y="358902"/>
                </a:cubicBezTo>
                <a:cubicBezTo>
                  <a:pt x="320040" y="376428"/>
                  <a:pt x="324993" y="394525"/>
                  <a:pt x="334899" y="413195"/>
                </a:cubicBezTo>
                <a:cubicBezTo>
                  <a:pt x="344805" y="431864"/>
                  <a:pt x="358712" y="451675"/>
                  <a:pt x="376619" y="472631"/>
                </a:cubicBezTo>
                <a:cubicBezTo>
                  <a:pt x="394526" y="493586"/>
                  <a:pt x="416243" y="515874"/>
                  <a:pt x="441770" y="539496"/>
                </a:cubicBezTo>
                <a:cubicBezTo>
                  <a:pt x="467297" y="563118"/>
                  <a:pt x="495681" y="588645"/>
                  <a:pt x="526923" y="616077"/>
                </a:cubicBezTo>
                <a:lnTo>
                  <a:pt x="461772" y="681228"/>
                </a:lnTo>
                <a:close/>
                <a:moveTo>
                  <a:pt x="548640" y="182880"/>
                </a:moveTo>
                <a:cubicBezTo>
                  <a:pt x="561594" y="182880"/>
                  <a:pt x="572453" y="178499"/>
                  <a:pt x="581216" y="169736"/>
                </a:cubicBezTo>
                <a:cubicBezTo>
                  <a:pt x="589979" y="160973"/>
                  <a:pt x="594360" y="150114"/>
                  <a:pt x="594360" y="137160"/>
                </a:cubicBezTo>
                <a:cubicBezTo>
                  <a:pt x="594360" y="124206"/>
                  <a:pt x="589979" y="113348"/>
                  <a:pt x="581216" y="104584"/>
                </a:cubicBezTo>
                <a:cubicBezTo>
                  <a:pt x="572453" y="95822"/>
                  <a:pt x="561594" y="91440"/>
                  <a:pt x="548640" y="91440"/>
                </a:cubicBezTo>
                <a:cubicBezTo>
                  <a:pt x="535686" y="91440"/>
                  <a:pt x="524828" y="95822"/>
                  <a:pt x="516065" y="104584"/>
                </a:cubicBezTo>
                <a:cubicBezTo>
                  <a:pt x="507302" y="113348"/>
                  <a:pt x="502920" y="124206"/>
                  <a:pt x="502920" y="137160"/>
                </a:cubicBezTo>
                <a:cubicBezTo>
                  <a:pt x="502920" y="150114"/>
                  <a:pt x="507302" y="160973"/>
                  <a:pt x="516065" y="169736"/>
                </a:cubicBezTo>
                <a:cubicBezTo>
                  <a:pt x="524828" y="178499"/>
                  <a:pt x="535686" y="182880"/>
                  <a:pt x="548640" y="182880"/>
                </a:cubicBezTo>
                <a:close/>
                <a:moveTo>
                  <a:pt x="695992" y="1005554"/>
                </a:moveTo>
                <a:cubicBezTo>
                  <a:pt x="679228" y="1005554"/>
                  <a:pt x="662654" y="1003268"/>
                  <a:pt x="646271" y="998696"/>
                </a:cubicBezTo>
                <a:cubicBezTo>
                  <a:pt x="629888" y="994124"/>
                  <a:pt x="614077" y="986885"/>
                  <a:pt x="598837" y="976979"/>
                </a:cubicBezTo>
                <a:cubicBezTo>
                  <a:pt x="607219" y="966311"/>
                  <a:pt x="615601" y="953738"/>
                  <a:pt x="623983" y="939260"/>
                </a:cubicBezTo>
                <a:cubicBezTo>
                  <a:pt x="632365" y="924782"/>
                  <a:pt x="639985" y="911447"/>
                  <a:pt x="646843" y="899255"/>
                </a:cubicBezTo>
                <a:cubicBezTo>
                  <a:pt x="655225" y="904589"/>
                  <a:pt x="663607" y="908399"/>
                  <a:pt x="671989" y="910685"/>
                </a:cubicBezTo>
                <a:cubicBezTo>
                  <a:pt x="680371" y="912971"/>
                  <a:pt x="688753" y="914114"/>
                  <a:pt x="697135" y="914114"/>
                </a:cubicBezTo>
                <a:cubicBezTo>
                  <a:pt x="721519" y="914114"/>
                  <a:pt x="741902" y="905542"/>
                  <a:pt x="758285" y="888397"/>
                </a:cubicBezTo>
                <a:cubicBezTo>
                  <a:pt x="774668" y="871252"/>
                  <a:pt x="782860" y="850868"/>
                  <a:pt x="782860" y="827246"/>
                </a:cubicBezTo>
                <a:cubicBezTo>
                  <a:pt x="782860" y="812768"/>
                  <a:pt x="779812" y="797147"/>
                  <a:pt x="773716" y="780383"/>
                </a:cubicBezTo>
                <a:cubicBezTo>
                  <a:pt x="767620" y="763619"/>
                  <a:pt x="760381" y="743045"/>
                  <a:pt x="751999" y="718661"/>
                </a:cubicBezTo>
                <a:lnTo>
                  <a:pt x="773716" y="682085"/>
                </a:lnTo>
                <a:cubicBezTo>
                  <a:pt x="805720" y="675989"/>
                  <a:pt x="839057" y="667988"/>
                  <a:pt x="873728" y="658082"/>
                </a:cubicBezTo>
                <a:cubicBezTo>
                  <a:pt x="908399" y="648176"/>
                  <a:pt x="925735" y="621887"/>
                  <a:pt x="925735" y="579215"/>
                </a:cubicBezTo>
                <a:cubicBezTo>
                  <a:pt x="925735" y="548735"/>
                  <a:pt x="914495" y="526637"/>
                  <a:pt x="892016" y="512921"/>
                </a:cubicBezTo>
                <a:cubicBezTo>
                  <a:pt x="869537" y="499205"/>
                  <a:pt x="844963" y="492347"/>
                  <a:pt x="818293" y="492347"/>
                </a:cubicBezTo>
                <a:cubicBezTo>
                  <a:pt x="786289" y="492347"/>
                  <a:pt x="748951" y="498443"/>
                  <a:pt x="706279" y="510635"/>
                </a:cubicBezTo>
                <a:cubicBezTo>
                  <a:pt x="663607" y="522827"/>
                  <a:pt x="613696" y="538448"/>
                  <a:pt x="556641" y="557498"/>
                </a:cubicBezTo>
                <a:lnTo>
                  <a:pt x="532638" y="468344"/>
                </a:lnTo>
                <a:cubicBezTo>
                  <a:pt x="592074" y="449294"/>
                  <a:pt x="645033" y="433292"/>
                  <a:pt x="691420" y="420338"/>
                </a:cubicBezTo>
                <a:cubicBezTo>
                  <a:pt x="737807" y="407384"/>
                  <a:pt x="780574" y="400907"/>
                  <a:pt x="819341" y="400907"/>
                </a:cubicBezTo>
                <a:cubicBezTo>
                  <a:pt x="871918" y="400907"/>
                  <a:pt x="918020" y="416528"/>
                  <a:pt x="957548" y="447770"/>
                </a:cubicBezTo>
                <a:cubicBezTo>
                  <a:pt x="997172" y="479012"/>
                  <a:pt x="1016984" y="522827"/>
                  <a:pt x="1016984" y="579120"/>
                </a:cubicBezTo>
                <a:cubicBezTo>
                  <a:pt x="1016984" y="598170"/>
                  <a:pt x="1014127" y="616268"/>
                  <a:pt x="1008412" y="633413"/>
                </a:cubicBezTo>
                <a:cubicBezTo>
                  <a:pt x="1002697" y="650558"/>
                  <a:pt x="994505" y="666750"/>
                  <a:pt x="983837" y="681990"/>
                </a:cubicBezTo>
                <a:cubicBezTo>
                  <a:pt x="1016603" y="685800"/>
                  <a:pt x="1043654" y="700850"/>
                  <a:pt x="1064990" y="727138"/>
                </a:cubicBezTo>
                <a:cubicBezTo>
                  <a:pt x="1086326" y="753428"/>
                  <a:pt x="1096994" y="782955"/>
                  <a:pt x="1096994" y="815721"/>
                </a:cubicBezTo>
                <a:cubicBezTo>
                  <a:pt x="1096994" y="853821"/>
                  <a:pt x="1083850" y="886206"/>
                  <a:pt x="1057561" y="912876"/>
                </a:cubicBezTo>
                <a:cubicBezTo>
                  <a:pt x="1031272" y="939546"/>
                  <a:pt x="998696" y="952881"/>
                  <a:pt x="959834" y="952881"/>
                </a:cubicBezTo>
                <a:cubicBezTo>
                  <a:pt x="940022" y="952881"/>
                  <a:pt x="920782" y="948500"/>
                  <a:pt x="902113" y="939737"/>
                </a:cubicBezTo>
                <a:cubicBezTo>
                  <a:pt x="883444" y="930974"/>
                  <a:pt x="868013" y="918591"/>
                  <a:pt x="855821" y="902589"/>
                </a:cubicBezTo>
                <a:cubicBezTo>
                  <a:pt x="840581" y="934593"/>
                  <a:pt x="819055" y="959739"/>
                  <a:pt x="791242" y="978027"/>
                </a:cubicBezTo>
                <a:cubicBezTo>
                  <a:pt x="763429" y="996315"/>
                  <a:pt x="731615" y="1005459"/>
                  <a:pt x="695801" y="1005459"/>
                </a:cubicBezTo>
                <a:close/>
                <a:moveTo>
                  <a:pt x="961073" y="861632"/>
                </a:moveTo>
                <a:cubicBezTo>
                  <a:pt x="974027" y="861632"/>
                  <a:pt x="984695" y="857250"/>
                  <a:pt x="993077" y="848487"/>
                </a:cubicBezTo>
                <a:cubicBezTo>
                  <a:pt x="1001459" y="839724"/>
                  <a:pt x="1005650" y="828865"/>
                  <a:pt x="1005650" y="815912"/>
                </a:cubicBezTo>
                <a:cubicBezTo>
                  <a:pt x="1005650" y="802958"/>
                  <a:pt x="1001268" y="791909"/>
                  <a:pt x="992505" y="782765"/>
                </a:cubicBezTo>
                <a:cubicBezTo>
                  <a:pt x="983742" y="773621"/>
                  <a:pt x="972884" y="769049"/>
                  <a:pt x="959930" y="769049"/>
                </a:cubicBezTo>
                <a:cubicBezTo>
                  <a:pt x="946976" y="769049"/>
                  <a:pt x="936117" y="773430"/>
                  <a:pt x="927354" y="782193"/>
                </a:cubicBezTo>
                <a:cubicBezTo>
                  <a:pt x="918591" y="790956"/>
                  <a:pt x="914210" y="801815"/>
                  <a:pt x="914210" y="814769"/>
                </a:cubicBezTo>
                <a:cubicBezTo>
                  <a:pt x="914210" y="827723"/>
                  <a:pt x="918782" y="838772"/>
                  <a:pt x="927926" y="847915"/>
                </a:cubicBezTo>
                <a:cubicBezTo>
                  <a:pt x="937070" y="857060"/>
                  <a:pt x="948118" y="861632"/>
                  <a:pt x="961073" y="86163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133" name="Google Shape;2133;p46"/>
          <p:cNvPicPr preferRelativeResize="0"/>
          <p:nvPr>
            <p:ph idx="2" type="pic"/>
          </p:nvPr>
        </p:nvPicPr>
        <p:blipFill/>
        <p:spPr>
          <a:xfrm>
            <a:off x="7852410" y="4660489"/>
            <a:ext cx="3644408" cy="1648236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8" name="Google Shape;2138;p47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2139" name="Google Shape;2139;p47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0" name="Google Shape;2140;p47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1" name="Google Shape;2141;p47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2" name="Google Shape;2142;p47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3" name="Google Shape;2143;p47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4" name="Google Shape;2144;p47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5" name="Google Shape;2145;p47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6" name="Google Shape;2146;p47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7" name="Google Shape;2147;p47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8" name="Google Shape;2148;p47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49" name="Google Shape;2149;p47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0" name="Google Shape;2150;p47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1" name="Google Shape;2151;p47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2" name="Google Shape;2152;p47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3" name="Google Shape;2153;p47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4" name="Google Shape;2154;p47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5" name="Google Shape;2155;p47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6" name="Google Shape;2156;p47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7" name="Google Shape;2157;p47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8" name="Google Shape;2158;p47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9" name="Google Shape;2159;p47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0" name="Google Shape;2160;p47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1" name="Google Shape;2161;p47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2" name="Google Shape;2162;p47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3" name="Google Shape;2163;p47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4" name="Google Shape;2164;p47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5" name="Google Shape;2165;p47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6" name="Google Shape;2166;p47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7" name="Google Shape;2167;p47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8" name="Google Shape;2168;p47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9" name="Google Shape;2169;p47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0" name="Google Shape;2170;p47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1" name="Google Shape;2171;p47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2" name="Google Shape;2172;p47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3" name="Google Shape;2173;p47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4" name="Google Shape;2174;p47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5" name="Google Shape;2175;p47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6" name="Google Shape;2176;p47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7" name="Google Shape;2177;p47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8" name="Google Shape;2178;p47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79" name="Google Shape;2179;p47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0" name="Google Shape;2180;p47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1" name="Google Shape;2181;p47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2" name="Google Shape;2182;p47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3" name="Google Shape;2183;p47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4" name="Google Shape;2184;p47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5" name="Google Shape;2185;p47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6" name="Google Shape;2186;p47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7" name="Google Shape;2187;p47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8" name="Google Shape;2188;p47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9" name="Google Shape;2189;p47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0" name="Google Shape;2190;p47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1" name="Google Shape;2191;p47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2" name="Google Shape;2192;p47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3" name="Google Shape;2193;p47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4" name="Google Shape;2194;p47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5" name="Google Shape;2195;p47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6" name="Google Shape;2196;p47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7" name="Google Shape;2197;p47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8" name="Google Shape;2198;p47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99" name="Google Shape;2199;p47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00" name="Google Shape;2200;p47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01" name="Google Shape;2201;p47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02" name="Google Shape;2202;p47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03" name="Google Shape;2203;p47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04" name="Google Shape;2204;p47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205" name="Google Shape;2205;p47"/>
          <p:cNvSpPr/>
          <p:nvPr/>
        </p:nvSpPr>
        <p:spPr>
          <a:xfrm rot="2381954">
            <a:off x="4509918" y="1477998"/>
            <a:ext cx="1236678" cy="2536576"/>
          </a:xfrm>
          <a:custGeom>
            <a:rect b="b" l="l" r="r" t="t"/>
            <a:pathLst>
              <a:path extrusionOk="0" h="2536576" w="1236678">
                <a:moveTo>
                  <a:pt x="373605" y="2536576"/>
                </a:moveTo>
                <a:cubicBezTo>
                  <a:pt x="-169900" y="2368486"/>
                  <a:pt x="-88878" y="1285155"/>
                  <a:pt x="413117" y="1262527"/>
                </a:cubicBezTo>
                <a:cubicBezTo>
                  <a:pt x="1287954" y="1253499"/>
                  <a:pt x="836343" y="60687"/>
                  <a:pt x="1236678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06" name="Google Shape;2206;p47"/>
          <p:cNvSpPr/>
          <p:nvPr/>
        </p:nvSpPr>
        <p:spPr>
          <a:xfrm rot="2381954">
            <a:off x="3735845" y="4000407"/>
            <a:ext cx="1522040" cy="1185276"/>
          </a:xfrm>
          <a:custGeom>
            <a:rect b="b" l="l" r="r" t="t"/>
            <a:pathLst>
              <a:path extrusionOk="0" h="1185276" w="1522040">
                <a:moveTo>
                  <a:pt x="1193003" y="1185276"/>
                </a:moveTo>
                <a:cubicBezTo>
                  <a:pt x="1740909" y="408216"/>
                  <a:pt x="1498868" y="51138"/>
                  <a:pt x="1225271" y="3900"/>
                </a:cubicBezTo>
                <a:cubicBezTo>
                  <a:pt x="855540" y="-63781"/>
                  <a:pt x="557228" y="780100"/>
                  <a:pt x="0" y="177374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207" name="Google Shape;2207;p47"/>
          <p:cNvGrpSpPr/>
          <p:nvPr/>
        </p:nvGrpSpPr>
        <p:grpSpPr>
          <a:xfrm rot="-202230">
            <a:off x="720944" y="5217264"/>
            <a:ext cx="3926946" cy="972680"/>
            <a:chOff x="4205287" y="3000375"/>
            <a:chExt cx="3781425" cy="857250"/>
          </a:xfrm>
        </p:grpSpPr>
        <p:sp>
          <p:nvSpPr>
            <p:cNvPr id="2208" name="Google Shape;2208;p47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09" name="Google Shape;2209;p47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2210" name="Google Shape;2210;p47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2211" name="Google Shape;2211;p47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12" name="Google Shape;2212;p47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213" name="Google Shape;2213;p47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14" name="Google Shape;2214;p47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15" name="Google Shape;2215;p47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16" name="Google Shape;2216;p47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17" name="Google Shape;2217;p47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18" name="Google Shape;2218;p47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19" name="Google Shape;2219;p47"/>
          <p:cNvSpPr txBox="1"/>
          <p:nvPr/>
        </p:nvSpPr>
        <p:spPr>
          <a:xfrm>
            <a:off x="695748" y="4423812"/>
            <a:ext cx="282748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AI Ethic &amp;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20" name="Google Shape;2220;p47"/>
          <p:cNvSpPr txBox="1"/>
          <p:nvPr/>
        </p:nvSpPr>
        <p:spPr>
          <a:xfrm rot="-162863">
            <a:off x="968692" y="5349420"/>
            <a:ext cx="33715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Compliance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21" name="Google Shape;2221;p47"/>
          <p:cNvSpPr txBox="1"/>
          <p:nvPr/>
        </p:nvSpPr>
        <p:spPr>
          <a:xfrm>
            <a:off x="9009893" y="5433406"/>
            <a:ext cx="2560968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22" name="Google Shape;2222;p47"/>
          <p:cNvSpPr txBox="1"/>
          <p:nvPr/>
        </p:nvSpPr>
        <p:spPr>
          <a:xfrm>
            <a:off x="9009891" y="5038543"/>
            <a:ext cx="19281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AI Model Audits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23" name="Google Shape;2223;p47"/>
          <p:cNvSpPr txBox="1"/>
          <p:nvPr/>
        </p:nvSpPr>
        <p:spPr>
          <a:xfrm>
            <a:off x="5959438" y="5433406"/>
            <a:ext cx="2560968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24" name="Google Shape;2224;p47"/>
          <p:cNvSpPr txBox="1"/>
          <p:nvPr/>
        </p:nvSpPr>
        <p:spPr>
          <a:xfrm>
            <a:off x="5959436" y="5038543"/>
            <a:ext cx="14776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Transparency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25" name="Google Shape;2225;p47"/>
          <p:cNvSpPr txBox="1"/>
          <p:nvPr/>
        </p:nvSpPr>
        <p:spPr>
          <a:xfrm>
            <a:off x="9009893" y="3426067"/>
            <a:ext cx="2560968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26" name="Google Shape;2226;p47"/>
          <p:cNvSpPr txBox="1"/>
          <p:nvPr/>
        </p:nvSpPr>
        <p:spPr>
          <a:xfrm>
            <a:off x="9009890" y="3031204"/>
            <a:ext cx="23480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Data Privacy &amp; Security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27" name="Google Shape;2227;p47"/>
          <p:cNvSpPr txBox="1"/>
          <p:nvPr/>
        </p:nvSpPr>
        <p:spPr>
          <a:xfrm>
            <a:off x="5959438" y="3426067"/>
            <a:ext cx="2560968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28" name="Google Shape;2228;p47"/>
          <p:cNvSpPr txBox="1"/>
          <p:nvPr/>
        </p:nvSpPr>
        <p:spPr>
          <a:xfrm>
            <a:off x="5959436" y="3031204"/>
            <a:ext cx="23236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Ethical AI Framework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229" name="Google Shape;2229;p47"/>
          <p:cNvGrpSpPr/>
          <p:nvPr/>
        </p:nvGrpSpPr>
        <p:grpSpPr>
          <a:xfrm>
            <a:off x="10589710" y="2176500"/>
            <a:ext cx="437438" cy="437438"/>
            <a:chOff x="4876800" y="2209800"/>
            <a:chExt cx="2438400" cy="2438400"/>
          </a:xfrm>
        </p:grpSpPr>
        <p:sp>
          <p:nvSpPr>
            <p:cNvPr id="2230" name="Google Shape;2230;p47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31" name="Google Shape;2231;p47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32" name="Google Shape;2232;p47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33" name="Google Shape;2233;p47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234" name="Google Shape;2234;p47"/>
          <p:cNvSpPr/>
          <p:nvPr/>
        </p:nvSpPr>
        <p:spPr>
          <a:xfrm>
            <a:off x="6299568" y="1976391"/>
            <a:ext cx="344526" cy="3445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35" name="Google Shape;2235;p47"/>
          <p:cNvSpPr/>
          <p:nvPr/>
        </p:nvSpPr>
        <p:spPr>
          <a:xfrm flipH="1" rot="10800000">
            <a:off x="6386106" y="2095500"/>
            <a:ext cx="171450" cy="102876"/>
          </a:xfrm>
          <a:custGeom>
            <a:rect b="b" l="l" r="r" t="t"/>
            <a:pathLst>
              <a:path extrusionOk="0" h="603027" w="1004982">
                <a:moveTo>
                  <a:pt x="301466" y="603028"/>
                </a:moveTo>
                <a:lnTo>
                  <a:pt x="0" y="301562"/>
                </a:lnTo>
                <a:lnTo>
                  <a:pt x="301466" y="95"/>
                </a:lnTo>
                <a:lnTo>
                  <a:pt x="373094" y="71723"/>
                </a:lnTo>
                <a:lnTo>
                  <a:pt x="141923" y="302800"/>
                </a:lnTo>
                <a:lnTo>
                  <a:pt x="371761" y="532638"/>
                </a:lnTo>
                <a:lnTo>
                  <a:pt x="301371" y="603028"/>
                </a:lnTo>
                <a:close/>
                <a:moveTo>
                  <a:pt x="703421" y="603028"/>
                </a:moveTo>
                <a:lnTo>
                  <a:pt x="631793" y="531400"/>
                </a:lnTo>
                <a:lnTo>
                  <a:pt x="862965" y="300228"/>
                </a:lnTo>
                <a:lnTo>
                  <a:pt x="633127" y="70390"/>
                </a:lnTo>
                <a:lnTo>
                  <a:pt x="703517" y="0"/>
                </a:lnTo>
                <a:lnTo>
                  <a:pt x="1004983" y="301466"/>
                </a:lnTo>
                <a:lnTo>
                  <a:pt x="703517" y="60293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236" name="Google Shape;2236;p47"/>
          <p:cNvPicPr preferRelativeResize="0"/>
          <p:nvPr>
            <p:ph idx="2" type="pic"/>
          </p:nvPr>
        </p:nvPicPr>
        <p:blipFill/>
        <p:spPr>
          <a:xfrm>
            <a:off x="710664" y="1951038"/>
            <a:ext cx="3463479" cy="1895248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2237" name="Google Shape;2237;p47"/>
          <p:cNvSpPr/>
          <p:nvPr/>
        </p:nvSpPr>
        <p:spPr>
          <a:xfrm>
            <a:off x="3873477" y="3463537"/>
            <a:ext cx="545410" cy="5454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38" name="Google Shape;2238;p47"/>
          <p:cNvSpPr/>
          <p:nvPr/>
        </p:nvSpPr>
        <p:spPr>
          <a:xfrm>
            <a:off x="4065062" y="3621735"/>
            <a:ext cx="162240" cy="220216"/>
          </a:xfrm>
          <a:custGeom>
            <a:rect b="b" l="l" r="r" t="t"/>
            <a:pathLst>
              <a:path extrusionOk="0" h="954786" w="703421">
                <a:moveTo>
                  <a:pt x="0" y="954786"/>
                </a:moveTo>
                <a:lnTo>
                  <a:pt x="0" y="854297"/>
                </a:lnTo>
                <a:lnTo>
                  <a:pt x="251269" y="854297"/>
                </a:lnTo>
                <a:lnTo>
                  <a:pt x="251269" y="753809"/>
                </a:lnTo>
                <a:cubicBezTo>
                  <a:pt x="181737" y="753809"/>
                  <a:pt x="122492" y="729329"/>
                  <a:pt x="73533" y="680276"/>
                </a:cubicBezTo>
                <a:cubicBezTo>
                  <a:pt x="24575" y="631317"/>
                  <a:pt x="0" y="572072"/>
                  <a:pt x="0" y="502539"/>
                </a:cubicBezTo>
                <a:cubicBezTo>
                  <a:pt x="0" y="451485"/>
                  <a:pt x="14002" y="405003"/>
                  <a:pt x="42101" y="363093"/>
                </a:cubicBezTo>
                <a:cubicBezTo>
                  <a:pt x="70199" y="321183"/>
                  <a:pt x="108014" y="290608"/>
                  <a:pt x="155829" y="271367"/>
                </a:cubicBezTo>
                <a:cubicBezTo>
                  <a:pt x="162497" y="242888"/>
                  <a:pt x="177356" y="219837"/>
                  <a:pt x="200406" y="202311"/>
                </a:cubicBezTo>
                <a:cubicBezTo>
                  <a:pt x="223456" y="184785"/>
                  <a:pt x="249650" y="175927"/>
                  <a:pt x="278892" y="175927"/>
                </a:cubicBezTo>
                <a:lnTo>
                  <a:pt x="251269" y="98012"/>
                </a:lnTo>
                <a:lnTo>
                  <a:pt x="298990" y="80391"/>
                </a:lnTo>
                <a:lnTo>
                  <a:pt x="281369" y="35147"/>
                </a:lnTo>
                <a:lnTo>
                  <a:pt x="376809" y="0"/>
                </a:lnTo>
                <a:lnTo>
                  <a:pt x="391859" y="47720"/>
                </a:lnTo>
                <a:lnTo>
                  <a:pt x="439579" y="30099"/>
                </a:lnTo>
                <a:lnTo>
                  <a:pt x="577787" y="406908"/>
                </a:lnTo>
                <a:lnTo>
                  <a:pt x="530066" y="424529"/>
                </a:lnTo>
                <a:lnTo>
                  <a:pt x="547688" y="472250"/>
                </a:lnTo>
                <a:lnTo>
                  <a:pt x="452247" y="507397"/>
                </a:lnTo>
                <a:lnTo>
                  <a:pt x="437198" y="459677"/>
                </a:lnTo>
                <a:lnTo>
                  <a:pt x="389477" y="477298"/>
                </a:lnTo>
                <a:lnTo>
                  <a:pt x="359283" y="394430"/>
                </a:lnTo>
                <a:cubicBezTo>
                  <a:pt x="346710" y="406146"/>
                  <a:pt x="332232" y="414909"/>
                  <a:pt x="315944" y="420814"/>
                </a:cubicBezTo>
                <a:cubicBezTo>
                  <a:pt x="299657" y="426720"/>
                  <a:pt x="283083" y="428815"/>
                  <a:pt x="266319" y="427101"/>
                </a:cubicBezTo>
                <a:cubicBezTo>
                  <a:pt x="247936" y="425387"/>
                  <a:pt x="230696" y="419767"/>
                  <a:pt x="214789" y="410147"/>
                </a:cubicBezTo>
                <a:cubicBezTo>
                  <a:pt x="198882" y="400526"/>
                  <a:pt x="185071" y="388620"/>
                  <a:pt x="173355" y="374333"/>
                </a:cubicBezTo>
                <a:cubicBezTo>
                  <a:pt x="150781" y="387763"/>
                  <a:pt x="132969" y="405765"/>
                  <a:pt x="119920" y="428339"/>
                </a:cubicBezTo>
                <a:cubicBezTo>
                  <a:pt x="106966" y="450914"/>
                  <a:pt x="100489" y="475679"/>
                  <a:pt x="100489" y="502444"/>
                </a:cubicBezTo>
                <a:cubicBezTo>
                  <a:pt x="100489" y="544354"/>
                  <a:pt x="115157" y="579882"/>
                  <a:pt x="144494" y="609219"/>
                </a:cubicBezTo>
                <a:cubicBezTo>
                  <a:pt x="173831" y="638556"/>
                  <a:pt x="209360" y="653225"/>
                  <a:pt x="251269" y="653225"/>
                </a:cubicBezTo>
                <a:lnTo>
                  <a:pt x="653225" y="653225"/>
                </a:lnTo>
                <a:lnTo>
                  <a:pt x="653225" y="753713"/>
                </a:lnTo>
                <a:lnTo>
                  <a:pt x="401955" y="753713"/>
                </a:lnTo>
                <a:lnTo>
                  <a:pt x="401955" y="854202"/>
                </a:lnTo>
                <a:lnTo>
                  <a:pt x="703421" y="854202"/>
                </a:lnTo>
                <a:lnTo>
                  <a:pt x="703421" y="954691"/>
                </a:lnTo>
                <a:lnTo>
                  <a:pt x="0" y="954691"/>
                </a:lnTo>
                <a:close/>
                <a:moveTo>
                  <a:pt x="434626" y="379476"/>
                </a:moveTo>
                <a:lnTo>
                  <a:pt x="479870" y="361855"/>
                </a:lnTo>
                <a:lnTo>
                  <a:pt x="394430" y="125730"/>
                </a:lnTo>
                <a:lnTo>
                  <a:pt x="346710" y="143351"/>
                </a:lnTo>
                <a:lnTo>
                  <a:pt x="434626" y="379476"/>
                </a:lnTo>
                <a:close/>
                <a:moveTo>
                  <a:pt x="276320" y="351854"/>
                </a:moveTo>
                <a:cubicBezTo>
                  <a:pt x="290513" y="351854"/>
                  <a:pt x="302514" y="346996"/>
                  <a:pt x="312134" y="337376"/>
                </a:cubicBezTo>
                <a:cubicBezTo>
                  <a:pt x="321755" y="327755"/>
                  <a:pt x="326612" y="315849"/>
                  <a:pt x="326612" y="301562"/>
                </a:cubicBezTo>
                <a:cubicBezTo>
                  <a:pt x="326612" y="287274"/>
                  <a:pt x="321755" y="275368"/>
                  <a:pt x="312134" y="265748"/>
                </a:cubicBezTo>
                <a:cubicBezTo>
                  <a:pt x="302514" y="256127"/>
                  <a:pt x="290608" y="251270"/>
                  <a:pt x="276320" y="251270"/>
                </a:cubicBezTo>
                <a:cubicBezTo>
                  <a:pt x="262033" y="251270"/>
                  <a:pt x="250127" y="256127"/>
                  <a:pt x="240506" y="265748"/>
                </a:cubicBezTo>
                <a:cubicBezTo>
                  <a:pt x="230886" y="275368"/>
                  <a:pt x="226028" y="287274"/>
                  <a:pt x="226028" y="301562"/>
                </a:cubicBezTo>
                <a:cubicBezTo>
                  <a:pt x="226028" y="315849"/>
                  <a:pt x="230886" y="327755"/>
                  <a:pt x="240506" y="337376"/>
                </a:cubicBezTo>
                <a:cubicBezTo>
                  <a:pt x="250127" y="346996"/>
                  <a:pt x="262033" y="351854"/>
                  <a:pt x="276320" y="35185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3" name="Google Shape;2243;p48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2244" name="Google Shape;2244;p48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45" name="Google Shape;2245;p48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46" name="Google Shape;2246;p48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47" name="Google Shape;2247;p48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48" name="Google Shape;2248;p48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49" name="Google Shape;2249;p48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0" name="Google Shape;2250;p48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1" name="Google Shape;2251;p48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2" name="Google Shape;2252;p48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3" name="Google Shape;2253;p48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4" name="Google Shape;2254;p48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5" name="Google Shape;2255;p48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6" name="Google Shape;2256;p48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7" name="Google Shape;2257;p48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8" name="Google Shape;2258;p48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59" name="Google Shape;2259;p48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0" name="Google Shape;2260;p48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1" name="Google Shape;2261;p48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2" name="Google Shape;2262;p48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3" name="Google Shape;2263;p48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4" name="Google Shape;2264;p48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5" name="Google Shape;2265;p48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6" name="Google Shape;2266;p48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7" name="Google Shape;2267;p48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8" name="Google Shape;2268;p48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69" name="Google Shape;2269;p48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0" name="Google Shape;2270;p48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1" name="Google Shape;2271;p48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2" name="Google Shape;2272;p48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3" name="Google Shape;2273;p48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4" name="Google Shape;2274;p48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5" name="Google Shape;2275;p48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6" name="Google Shape;2276;p48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7" name="Google Shape;2277;p48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8" name="Google Shape;2278;p48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79" name="Google Shape;2279;p48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0" name="Google Shape;2280;p48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1" name="Google Shape;2281;p48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2" name="Google Shape;2282;p48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3" name="Google Shape;2283;p48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4" name="Google Shape;2284;p48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5" name="Google Shape;2285;p48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6" name="Google Shape;2286;p48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7" name="Google Shape;2287;p48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8" name="Google Shape;2288;p48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89" name="Google Shape;2289;p48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0" name="Google Shape;2290;p48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1" name="Google Shape;2291;p48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2" name="Google Shape;2292;p48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3" name="Google Shape;2293;p48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4" name="Google Shape;2294;p48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5" name="Google Shape;2295;p48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6" name="Google Shape;2296;p48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7" name="Google Shape;2297;p48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8" name="Google Shape;2298;p48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299" name="Google Shape;2299;p48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0" name="Google Shape;2300;p48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1" name="Google Shape;2301;p48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2" name="Google Shape;2302;p48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3" name="Google Shape;2303;p48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4" name="Google Shape;2304;p48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5" name="Google Shape;2305;p48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6" name="Google Shape;2306;p48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7" name="Google Shape;2307;p48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8" name="Google Shape;2308;p48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09" name="Google Shape;2309;p48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10" name="Google Shape;2310;p48"/>
          <p:cNvSpPr/>
          <p:nvPr/>
        </p:nvSpPr>
        <p:spPr>
          <a:xfrm rot="2381954">
            <a:off x="2610535" y="3302704"/>
            <a:ext cx="2992336" cy="1863363"/>
          </a:xfrm>
          <a:custGeom>
            <a:rect b="b" l="l" r="r" t="t"/>
            <a:pathLst>
              <a:path extrusionOk="0" h="1863363" w="2992336">
                <a:moveTo>
                  <a:pt x="0" y="917204"/>
                </a:moveTo>
                <a:cubicBezTo>
                  <a:pt x="988400" y="933184"/>
                  <a:pt x="364608" y="1774461"/>
                  <a:pt x="836154" y="1861294"/>
                </a:cubicBezTo>
                <a:cubicBezTo>
                  <a:pt x="1449621" y="1928126"/>
                  <a:pt x="2295344" y="356488"/>
                  <a:pt x="299233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11" name="Google Shape;2311;p48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2312" name="Google Shape;2312;p48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13" name="Google Shape;2313;p48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14" name="Google Shape;2314;p48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15" name="Google Shape;2315;p48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16" name="Google Shape;2316;p48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17" name="Google Shape;2317;p48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18" name="Google Shape;2318;p48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19" name="Google Shape;2319;p48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20" name="Google Shape;2320;p48"/>
          <p:cNvGrpSpPr/>
          <p:nvPr/>
        </p:nvGrpSpPr>
        <p:grpSpPr>
          <a:xfrm flipH="1" rot="10520951">
            <a:off x="707004" y="2669842"/>
            <a:ext cx="2415054" cy="874372"/>
            <a:chOff x="-289731" y="2797058"/>
            <a:chExt cx="6257925" cy="2371725"/>
          </a:xfrm>
        </p:grpSpPr>
        <p:sp>
          <p:nvSpPr>
            <p:cNvPr id="2321" name="Google Shape;2321;p48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22" name="Google Shape;2322;p48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23" name="Google Shape;2323;p48"/>
          <p:cNvSpPr txBox="1"/>
          <p:nvPr/>
        </p:nvSpPr>
        <p:spPr>
          <a:xfrm>
            <a:off x="790090" y="1826552"/>
            <a:ext cx="19254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Future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24" name="Google Shape;2324;p48"/>
          <p:cNvSpPr txBox="1"/>
          <p:nvPr/>
        </p:nvSpPr>
        <p:spPr>
          <a:xfrm flipH="1" rot="-289597">
            <a:off x="916356" y="2753086"/>
            <a:ext cx="19201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Vision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25" name="Google Shape;2325;p48"/>
          <p:cNvSpPr txBox="1"/>
          <p:nvPr/>
        </p:nvSpPr>
        <p:spPr>
          <a:xfrm>
            <a:off x="4416931" y="2764926"/>
            <a:ext cx="247800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26" name="Google Shape;2326;p48"/>
          <p:cNvSpPr txBox="1"/>
          <p:nvPr/>
        </p:nvSpPr>
        <p:spPr>
          <a:xfrm>
            <a:off x="4416929" y="2370063"/>
            <a:ext cx="18507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Introduction of AI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27" name="Google Shape;2327;p48"/>
          <p:cNvSpPr txBox="1"/>
          <p:nvPr/>
        </p:nvSpPr>
        <p:spPr>
          <a:xfrm>
            <a:off x="7716425" y="2764926"/>
            <a:ext cx="247800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28" name="Google Shape;2328;p48"/>
          <p:cNvSpPr txBox="1"/>
          <p:nvPr/>
        </p:nvSpPr>
        <p:spPr>
          <a:xfrm>
            <a:off x="7716423" y="2370063"/>
            <a:ext cx="18507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Key Components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29" name="Google Shape;2329;p48"/>
          <p:cNvSpPr txBox="1"/>
          <p:nvPr/>
        </p:nvSpPr>
        <p:spPr>
          <a:xfrm>
            <a:off x="611847" y="5611365"/>
            <a:ext cx="247800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30" name="Google Shape;2330;p48"/>
          <p:cNvSpPr txBox="1"/>
          <p:nvPr/>
        </p:nvSpPr>
        <p:spPr>
          <a:xfrm>
            <a:off x="611845" y="5216502"/>
            <a:ext cx="18507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Strategic Goals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31" name="Google Shape;2331;p48"/>
          <p:cNvSpPr txBox="1"/>
          <p:nvPr/>
        </p:nvSpPr>
        <p:spPr>
          <a:xfrm>
            <a:off x="3911341" y="5611365"/>
            <a:ext cx="2478000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32" name="Google Shape;2332;p48"/>
          <p:cNvSpPr txBox="1"/>
          <p:nvPr/>
        </p:nvSpPr>
        <p:spPr>
          <a:xfrm>
            <a:off x="3911339" y="5216502"/>
            <a:ext cx="19648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Long-Term Impact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333" name="Google Shape;2333;p48"/>
          <p:cNvSpPr/>
          <p:nvPr/>
        </p:nvSpPr>
        <p:spPr>
          <a:xfrm>
            <a:off x="5746964" y="4231674"/>
            <a:ext cx="545410" cy="5454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34" name="Google Shape;2334;p48"/>
          <p:cNvGrpSpPr/>
          <p:nvPr/>
        </p:nvGrpSpPr>
        <p:grpSpPr>
          <a:xfrm>
            <a:off x="10808429" y="2168401"/>
            <a:ext cx="437438" cy="437438"/>
            <a:chOff x="4876800" y="2209800"/>
            <a:chExt cx="2438400" cy="2438400"/>
          </a:xfrm>
        </p:grpSpPr>
        <p:sp>
          <p:nvSpPr>
            <p:cNvPr id="2335" name="Google Shape;2335;p48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36" name="Google Shape;2336;p48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37" name="Google Shape;2337;p48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38" name="Google Shape;2338;p48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339" name="Google Shape;2339;p48"/>
          <p:cNvSpPr/>
          <p:nvPr/>
        </p:nvSpPr>
        <p:spPr>
          <a:xfrm>
            <a:off x="5876191" y="4404480"/>
            <a:ext cx="286956" cy="195710"/>
          </a:xfrm>
          <a:custGeom>
            <a:rect b="b" l="l" r="r" t="t"/>
            <a:pathLst>
              <a:path extrusionOk="0" h="513207" w="752475">
                <a:moveTo>
                  <a:pt x="376238" y="410432"/>
                </a:moveTo>
                <a:cubicBezTo>
                  <a:pt x="419005" y="410432"/>
                  <a:pt x="455295" y="395478"/>
                  <a:pt x="485299" y="365570"/>
                </a:cubicBezTo>
                <a:cubicBezTo>
                  <a:pt x="515207" y="335661"/>
                  <a:pt x="530162" y="299276"/>
                  <a:pt x="530162" y="256508"/>
                </a:cubicBezTo>
                <a:cubicBezTo>
                  <a:pt x="530162" y="213741"/>
                  <a:pt x="515207" y="177451"/>
                  <a:pt x="485299" y="147447"/>
                </a:cubicBezTo>
                <a:cubicBezTo>
                  <a:pt x="455390" y="117539"/>
                  <a:pt x="419005" y="102584"/>
                  <a:pt x="376238" y="102584"/>
                </a:cubicBezTo>
                <a:cubicBezTo>
                  <a:pt x="333470" y="102584"/>
                  <a:pt x="297180" y="117539"/>
                  <a:pt x="267176" y="147447"/>
                </a:cubicBezTo>
                <a:cubicBezTo>
                  <a:pt x="237173" y="177356"/>
                  <a:pt x="222314" y="213741"/>
                  <a:pt x="222314" y="256508"/>
                </a:cubicBezTo>
                <a:cubicBezTo>
                  <a:pt x="222314" y="299276"/>
                  <a:pt x="237268" y="335566"/>
                  <a:pt x="267176" y="365570"/>
                </a:cubicBezTo>
                <a:cubicBezTo>
                  <a:pt x="297085" y="395478"/>
                  <a:pt x="333470" y="410432"/>
                  <a:pt x="376238" y="410432"/>
                </a:cubicBezTo>
                <a:close/>
                <a:moveTo>
                  <a:pt x="376238" y="348901"/>
                </a:moveTo>
                <a:cubicBezTo>
                  <a:pt x="350615" y="348901"/>
                  <a:pt x="328803" y="339947"/>
                  <a:pt x="310801" y="321945"/>
                </a:cubicBezTo>
                <a:cubicBezTo>
                  <a:pt x="292799" y="303943"/>
                  <a:pt x="283845" y="282226"/>
                  <a:pt x="283845" y="256508"/>
                </a:cubicBezTo>
                <a:cubicBezTo>
                  <a:pt x="283845" y="230791"/>
                  <a:pt x="292799" y="209074"/>
                  <a:pt x="310801" y="191072"/>
                </a:cubicBezTo>
                <a:cubicBezTo>
                  <a:pt x="328803" y="173069"/>
                  <a:pt x="350520" y="164116"/>
                  <a:pt x="376238" y="164116"/>
                </a:cubicBezTo>
                <a:cubicBezTo>
                  <a:pt x="401955" y="164116"/>
                  <a:pt x="423672" y="173069"/>
                  <a:pt x="441674" y="191072"/>
                </a:cubicBezTo>
                <a:cubicBezTo>
                  <a:pt x="459676" y="209074"/>
                  <a:pt x="468630" y="230791"/>
                  <a:pt x="468630" y="256508"/>
                </a:cubicBezTo>
                <a:cubicBezTo>
                  <a:pt x="468630" y="282226"/>
                  <a:pt x="459676" y="303943"/>
                  <a:pt x="441674" y="321945"/>
                </a:cubicBezTo>
                <a:cubicBezTo>
                  <a:pt x="423672" y="339947"/>
                  <a:pt x="401955" y="348901"/>
                  <a:pt x="376238" y="348901"/>
                </a:cubicBezTo>
                <a:close/>
                <a:moveTo>
                  <a:pt x="376238" y="513112"/>
                </a:moveTo>
                <a:cubicBezTo>
                  <a:pt x="292989" y="513112"/>
                  <a:pt x="217170" y="489871"/>
                  <a:pt x="148781" y="443389"/>
                </a:cubicBezTo>
                <a:cubicBezTo>
                  <a:pt x="80391" y="396907"/>
                  <a:pt x="30766" y="334613"/>
                  <a:pt x="0" y="256508"/>
                </a:cubicBezTo>
                <a:cubicBezTo>
                  <a:pt x="30766" y="178403"/>
                  <a:pt x="80391" y="116110"/>
                  <a:pt x="148781" y="69723"/>
                </a:cubicBezTo>
                <a:cubicBezTo>
                  <a:pt x="217170" y="23241"/>
                  <a:pt x="292989" y="0"/>
                  <a:pt x="376238" y="0"/>
                </a:cubicBezTo>
                <a:cubicBezTo>
                  <a:pt x="459486" y="0"/>
                  <a:pt x="535305" y="23241"/>
                  <a:pt x="603695" y="69723"/>
                </a:cubicBezTo>
                <a:cubicBezTo>
                  <a:pt x="672084" y="116205"/>
                  <a:pt x="721709" y="178499"/>
                  <a:pt x="752475" y="256604"/>
                </a:cubicBezTo>
                <a:cubicBezTo>
                  <a:pt x="721709" y="334709"/>
                  <a:pt x="672084" y="397002"/>
                  <a:pt x="603695" y="443484"/>
                </a:cubicBezTo>
                <a:cubicBezTo>
                  <a:pt x="535305" y="489966"/>
                  <a:pt x="459486" y="513207"/>
                  <a:pt x="376238" y="513207"/>
                </a:cubicBezTo>
                <a:close/>
                <a:moveTo>
                  <a:pt x="376238" y="444722"/>
                </a:moveTo>
                <a:cubicBezTo>
                  <a:pt x="440626" y="444722"/>
                  <a:pt x="499777" y="427768"/>
                  <a:pt x="553688" y="393859"/>
                </a:cubicBezTo>
                <a:cubicBezTo>
                  <a:pt x="607600" y="359950"/>
                  <a:pt x="648748" y="314230"/>
                  <a:pt x="677228" y="256604"/>
                </a:cubicBezTo>
                <a:cubicBezTo>
                  <a:pt x="648748" y="199073"/>
                  <a:pt x="607505" y="153257"/>
                  <a:pt x="553688" y="119348"/>
                </a:cubicBezTo>
                <a:cubicBezTo>
                  <a:pt x="499777" y="85439"/>
                  <a:pt x="440626" y="68485"/>
                  <a:pt x="376238" y="68485"/>
                </a:cubicBezTo>
                <a:cubicBezTo>
                  <a:pt x="311849" y="68485"/>
                  <a:pt x="252698" y="85439"/>
                  <a:pt x="198787" y="119348"/>
                </a:cubicBezTo>
                <a:cubicBezTo>
                  <a:pt x="144875" y="153257"/>
                  <a:pt x="103727" y="198977"/>
                  <a:pt x="75248" y="256604"/>
                </a:cubicBezTo>
                <a:cubicBezTo>
                  <a:pt x="103727" y="314135"/>
                  <a:pt x="144971" y="359950"/>
                  <a:pt x="198787" y="393859"/>
                </a:cubicBezTo>
                <a:cubicBezTo>
                  <a:pt x="252698" y="427768"/>
                  <a:pt x="311849" y="444722"/>
                  <a:pt x="376238" y="44472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340" name="Google Shape;2340;p48"/>
          <p:cNvPicPr preferRelativeResize="0"/>
          <p:nvPr>
            <p:ph idx="2" type="pic"/>
          </p:nvPr>
        </p:nvPicPr>
        <p:blipFill/>
        <p:spPr>
          <a:xfrm>
            <a:off x="7716280" y="4413477"/>
            <a:ext cx="3780395" cy="1895248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5" name="Google Shape;2345;p49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2346" name="Google Shape;2346;p49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47" name="Google Shape;2347;p49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48" name="Google Shape;2348;p49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49" name="Google Shape;2349;p49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0" name="Google Shape;2350;p49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1" name="Google Shape;2351;p49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2" name="Google Shape;2352;p49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3" name="Google Shape;2353;p49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4" name="Google Shape;2354;p49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5" name="Google Shape;2355;p49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6" name="Google Shape;2356;p49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7" name="Google Shape;2357;p49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8" name="Google Shape;2358;p49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59" name="Google Shape;2359;p49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0" name="Google Shape;2360;p49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1" name="Google Shape;2361;p49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2" name="Google Shape;2362;p49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3" name="Google Shape;2363;p49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4" name="Google Shape;2364;p49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5" name="Google Shape;2365;p49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6" name="Google Shape;2366;p49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7" name="Google Shape;2367;p49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8" name="Google Shape;2368;p49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69" name="Google Shape;2369;p49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0" name="Google Shape;2370;p49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1" name="Google Shape;2371;p49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2" name="Google Shape;2372;p49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3" name="Google Shape;2373;p49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4" name="Google Shape;2374;p49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5" name="Google Shape;2375;p49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6" name="Google Shape;2376;p49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7" name="Google Shape;2377;p49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8" name="Google Shape;2378;p49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79" name="Google Shape;2379;p49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0" name="Google Shape;2380;p49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1" name="Google Shape;2381;p49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2" name="Google Shape;2382;p49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3" name="Google Shape;2383;p49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4" name="Google Shape;2384;p49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5" name="Google Shape;2385;p49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6" name="Google Shape;2386;p49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7" name="Google Shape;2387;p49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8" name="Google Shape;2388;p49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89" name="Google Shape;2389;p49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0" name="Google Shape;2390;p49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1" name="Google Shape;2391;p49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2" name="Google Shape;2392;p49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3" name="Google Shape;2393;p49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4" name="Google Shape;2394;p49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5" name="Google Shape;2395;p49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6" name="Google Shape;2396;p49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7" name="Google Shape;2397;p49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8" name="Google Shape;2398;p49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399" name="Google Shape;2399;p49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0" name="Google Shape;2400;p49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1" name="Google Shape;2401;p49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2" name="Google Shape;2402;p49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3" name="Google Shape;2403;p49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4" name="Google Shape;2404;p49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5" name="Google Shape;2405;p49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6" name="Google Shape;2406;p49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7" name="Google Shape;2407;p49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8" name="Google Shape;2408;p49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09" name="Google Shape;2409;p49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10" name="Google Shape;2410;p49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11" name="Google Shape;2411;p49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412" name="Google Shape;2412;p49"/>
          <p:cNvSpPr/>
          <p:nvPr/>
        </p:nvSpPr>
        <p:spPr>
          <a:xfrm rot="2381954">
            <a:off x="3024678" y="3360764"/>
            <a:ext cx="1455777" cy="2306941"/>
          </a:xfrm>
          <a:custGeom>
            <a:rect b="b" l="l" r="r" t="t"/>
            <a:pathLst>
              <a:path extrusionOk="0" h="2306941" w="1455777">
                <a:moveTo>
                  <a:pt x="264978" y="0"/>
                </a:moveTo>
                <a:cubicBezTo>
                  <a:pt x="1253378" y="15980"/>
                  <a:pt x="1987641" y="703675"/>
                  <a:pt x="957694" y="1129196"/>
                </a:cubicBezTo>
                <a:cubicBezTo>
                  <a:pt x="276161" y="1544856"/>
                  <a:pt x="1016523" y="1983659"/>
                  <a:pt x="0" y="2306941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413" name="Google Shape;2413;p49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2414" name="Google Shape;2414;p49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15" name="Google Shape;2415;p49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416" name="Google Shape;2416;p49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17" name="Google Shape;2417;p49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18" name="Google Shape;2418;p49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19" name="Google Shape;2419;p49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20" name="Google Shape;2420;p49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21" name="Google Shape;2421;p49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422" name="Google Shape;2422;p49"/>
          <p:cNvGrpSpPr/>
          <p:nvPr/>
        </p:nvGrpSpPr>
        <p:grpSpPr>
          <a:xfrm rot="-202230">
            <a:off x="718883" y="2604481"/>
            <a:ext cx="3546470" cy="972680"/>
            <a:chOff x="4205287" y="3000375"/>
            <a:chExt cx="3781425" cy="857250"/>
          </a:xfrm>
        </p:grpSpPr>
        <p:sp>
          <p:nvSpPr>
            <p:cNvPr id="2423" name="Google Shape;2423;p49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24" name="Google Shape;2424;p49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425" name="Google Shape;2425;p49"/>
          <p:cNvSpPr txBox="1"/>
          <p:nvPr/>
        </p:nvSpPr>
        <p:spPr>
          <a:xfrm>
            <a:off x="768921" y="1811029"/>
            <a:ext cx="182622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Risk &amp;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26" name="Google Shape;2426;p49"/>
          <p:cNvSpPr txBox="1"/>
          <p:nvPr/>
        </p:nvSpPr>
        <p:spPr>
          <a:xfrm rot="-162863">
            <a:off x="879495" y="2736637"/>
            <a:ext cx="31653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Mitigation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27" name="Google Shape;2427;p49"/>
          <p:cNvSpPr txBox="1"/>
          <p:nvPr/>
        </p:nvSpPr>
        <p:spPr>
          <a:xfrm>
            <a:off x="5276694" y="2730024"/>
            <a:ext cx="2140314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28" name="Google Shape;2428;p49"/>
          <p:cNvSpPr txBox="1"/>
          <p:nvPr/>
        </p:nvSpPr>
        <p:spPr>
          <a:xfrm>
            <a:off x="5276692" y="2335161"/>
            <a:ext cx="9950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Risk 01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29" name="Google Shape;2429;p49"/>
          <p:cNvSpPr txBox="1"/>
          <p:nvPr/>
        </p:nvSpPr>
        <p:spPr>
          <a:xfrm>
            <a:off x="5276694" y="5886179"/>
            <a:ext cx="2140314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30" name="Google Shape;2430;p49"/>
          <p:cNvSpPr txBox="1"/>
          <p:nvPr/>
        </p:nvSpPr>
        <p:spPr>
          <a:xfrm>
            <a:off x="5276692" y="5491316"/>
            <a:ext cx="9950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Risk 03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31" name="Google Shape;2431;p49"/>
          <p:cNvSpPr txBox="1"/>
          <p:nvPr/>
        </p:nvSpPr>
        <p:spPr>
          <a:xfrm>
            <a:off x="5276694" y="4290922"/>
            <a:ext cx="2140314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32" name="Google Shape;2432;p49"/>
          <p:cNvSpPr txBox="1"/>
          <p:nvPr/>
        </p:nvSpPr>
        <p:spPr>
          <a:xfrm>
            <a:off x="5276692" y="3896059"/>
            <a:ext cx="9950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Risk 02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433" name="Google Shape;2433;p49"/>
          <p:cNvGrpSpPr/>
          <p:nvPr/>
        </p:nvGrpSpPr>
        <p:grpSpPr>
          <a:xfrm flipH="1">
            <a:off x="695325" y="4849787"/>
            <a:ext cx="1776256" cy="1179504"/>
            <a:chOff x="3805237" y="1314450"/>
            <a:chExt cx="4581525" cy="4229100"/>
          </a:xfrm>
        </p:grpSpPr>
        <p:sp>
          <p:nvSpPr>
            <p:cNvPr id="2434" name="Google Shape;2434;p49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35" name="Google Shape;2435;p49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436" name="Google Shape;2436;p49"/>
          <p:cNvSpPr txBox="1"/>
          <p:nvPr/>
        </p:nvSpPr>
        <p:spPr>
          <a:xfrm>
            <a:off x="939629" y="5462505"/>
            <a:ext cx="1361430" cy="29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Industry Uses Cases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37" name="Google Shape;2437;p49"/>
          <p:cNvSpPr txBox="1"/>
          <p:nvPr/>
        </p:nvSpPr>
        <p:spPr>
          <a:xfrm>
            <a:off x="933253" y="4998401"/>
            <a:ext cx="10767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20+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438" name="Google Shape;2438;p49"/>
          <p:cNvSpPr/>
          <p:nvPr/>
        </p:nvSpPr>
        <p:spPr>
          <a:xfrm>
            <a:off x="2250257" y="4747521"/>
            <a:ext cx="379466" cy="3794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439" name="Google Shape;2439;p49"/>
          <p:cNvSpPr/>
          <p:nvPr/>
        </p:nvSpPr>
        <p:spPr>
          <a:xfrm>
            <a:off x="2354648" y="4849286"/>
            <a:ext cx="170684" cy="170684"/>
          </a:xfrm>
          <a:custGeom>
            <a:rect b="b" l="l" r="r" t="t"/>
            <a:pathLst>
              <a:path extrusionOk="0" h="998410" w="998410">
                <a:moveTo>
                  <a:pt x="673989" y="449199"/>
                </a:moveTo>
                <a:cubicBezTo>
                  <a:pt x="694754" y="449199"/>
                  <a:pt x="712470" y="441960"/>
                  <a:pt x="727043" y="427387"/>
                </a:cubicBezTo>
                <a:cubicBezTo>
                  <a:pt x="741616" y="412813"/>
                  <a:pt x="748855" y="395192"/>
                  <a:pt x="748855" y="374333"/>
                </a:cubicBezTo>
                <a:cubicBezTo>
                  <a:pt x="748855" y="353473"/>
                  <a:pt x="741616" y="335851"/>
                  <a:pt x="727043" y="321278"/>
                </a:cubicBezTo>
                <a:cubicBezTo>
                  <a:pt x="712470" y="306705"/>
                  <a:pt x="694848" y="299466"/>
                  <a:pt x="673989" y="299466"/>
                </a:cubicBezTo>
                <a:cubicBezTo>
                  <a:pt x="653129" y="299466"/>
                  <a:pt x="635508" y="306705"/>
                  <a:pt x="620935" y="321278"/>
                </a:cubicBezTo>
                <a:cubicBezTo>
                  <a:pt x="606361" y="335851"/>
                  <a:pt x="599122" y="353473"/>
                  <a:pt x="599122" y="374333"/>
                </a:cubicBezTo>
                <a:cubicBezTo>
                  <a:pt x="599122" y="395192"/>
                  <a:pt x="606361" y="412813"/>
                  <a:pt x="620935" y="427387"/>
                </a:cubicBezTo>
                <a:cubicBezTo>
                  <a:pt x="635508" y="441960"/>
                  <a:pt x="653129" y="449199"/>
                  <a:pt x="673989" y="449199"/>
                </a:cubicBezTo>
                <a:close/>
                <a:moveTo>
                  <a:pt x="324517" y="449199"/>
                </a:moveTo>
                <a:cubicBezTo>
                  <a:pt x="345281" y="449199"/>
                  <a:pt x="362998" y="441960"/>
                  <a:pt x="377571" y="427387"/>
                </a:cubicBezTo>
                <a:cubicBezTo>
                  <a:pt x="392144" y="412813"/>
                  <a:pt x="399383" y="395192"/>
                  <a:pt x="399383" y="374333"/>
                </a:cubicBezTo>
                <a:cubicBezTo>
                  <a:pt x="399383" y="353473"/>
                  <a:pt x="392144" y="335851"/>
                  <a:pt x="377571" y="321278"/>
                </a:cubicBezTo>
                <a:cubicBezTo>
                  <a:pt x="362998" y="306705"/>
                  <a:pt x="345377" y="299466"/>
                  <a:pt x="324517" y="299466"/>
                </a:cubicBezTo>
                <a:cubicBezTo>
                  <a:pt x="303657" y="299466"/>
                  <a:pt x="286035" y="306705"/>
                  <a:pt x="271463" y="321278"/>
                </a:cubicBezTo>
                <a:cubicBezTo>
                  <a:pt x="256889" y="335851"/>
                  <a:pt x="249650" y="353473"/>
                  <a:pt x="249650" y="374333"/>
                </a:cubicBezTo>
                <a:cubicBezTo>
                  <a:pt x="249650" y="395192"/>
                  <a:pt x="256889" y="412813"/>
                  <a:pt x="271463" y="427387"/>
                </a:cubicBezTo>
                <a:cubicBezTo>
                  <a:pt x="286035" y="441960"/>
                  <a:pt x="303657" y="449199"/>
                  <a:pt x="324517" y="449199"/>
                </a:cubicBezTo>
                <a:close/>
                <a:moveTo>
                  <a:pt x="499205" y="773716"/>
                </a:moveTo>
                <a:cubicBezTo>
                  <a:pt x="555784" y="773716"/>
                  <a:pt x="607123" y="757714"/>
                  <a:pt x="653319" y="725710"/>
                </a:cubicBezTo>
                <a:cubicBezTo>
                  <a:pt x="699516" y="693706"/>
                  <a:pt x="732948" y="651415"/>
                  <a:pt x="753808" y="599027"/>
                </a:cubicBezTo>
                <a:lnTo>
                  <a:pt x="671417" y="599027"/>
                </a:lnTo>
                <a:cubicBezTo>
                  <a:pt x="653129" y="629793"/>
                  <a:pt x="628745" y="654177"/>
                  <a:pt x="598361" y="672084"/>
                </a:cubicBezTo>
                <a:cubicBezTo>
                  <a:pt x="567976" y="689991"/>
                  <a:pt x="534924" y="698944"/>
                  <a:pt x="499110" y="698944"/>
                </a:cubicBezTo>
                <a:cubicBezTo>
                  <a:pt x="463296" y="698944"/>
                  <a:pt x="430244" y="689991"/>
                  <a:pt x="399859" y="672084"/>
                </a:cubicBezTo>
                <a:cubicBezTo>
                  <a:pt x="369475" y="654177"/>
                  <a:pt x="345186" y="629888"/>
                  <a:pt x="326803" y="599027"/>
                </a:cubicBezTo>
                <a:lnTo>
                  <a:pt x="244411" y="599027"/>
                </a:lnTo>
                <a:cubicBezTo>
                  <a:pt x="265176" y="651415"/>
                  <a:pt x="298704" y="693706"/>
                  <a:pt x="344900" y="725710"/>
                </a:cubicBezTo>
                <a:cubicBezTo>
                  <a:pt x="391096" y="757714"/>
                  <a:pt x="442436" y="773716"/>
                  <a:pt x="499014" y="773716"/>
                </a:cubicBezTo>
                <a:close/>
                <a:moveTo>
                  <a:pt x="499205" y="998410"/>
                </a:moveTo>
                <a:cubicBezTo>
                  <a:pt x="430149" y="998410"/>
                  <a:pt x="365284" y="985266"/>
                  <a:pt x="304514" y="959072"/>
                </a:cubicBezTo>
                <a:cubicBezTo>
                  <a:pt x="243744" y="932879"/>
                  <a:pt x="190976" y="897255"/>
                  <a:pt x="146018" y="852392"/>
                </a:cubicBezTo>
                <a:cubicBezTo>
                  <a:pt x="101060" y="807530"/>
                  <a:pt x="65532" y="754666"/>
                  <a:pt x="39338" y="693896"/>
                </a:cubicBezTo>
                <a:cubicBezTo>
                  <a:pt x="13145" y="633127"/>
                  <a:pt x="0" y="568262"/>
                  <a:pt x="0" y="499205"/>
                </a:cubicBezTo>
                <a:cubicBezTo>
                  <a:pt x="0" y="430149"/>
                  <a:pt x="13145" y="365284"/>
                  <a:pt x="39338" y="304514"/>
                </a:cubicBezTo>
                <a:cubicBezTo>
                  <a:pt x="65532" y="243745"/>
                  <a:pt x="101155" y="190976"/>
                  <a:pt x="146018" y="146018"/>
                </a:cubicBezTo>
                <a:cubicBezTo>
                  <a:pt x="190976" y="101060"/>
                  <a:pt x="243744" y="65532"/>
                  <a:pt x="304514" y="39338"/>
                </a:cubicBezTo>
                <a:cubicBezTo>
                  <a:pt x="365284" y="13144"/>
                  <a:pt x="430149" y="0"/>
                  <a:pt x="499205" y="0"/>
                </a:cubicBezTo>
                <a:cubicBezTo>
                  <a:pt x="568261" y="0"/>
                  <a:pt x="633127" y="13144"/>
                  <a:pt x="693896" y="39338"/>
                </a:cubicBezTo>
                <a:cubicBezTo>
                  <a:pt x="754666" y="65532"/>
                  <a:pt x="807434" y="101155"/>
                  <a:pt x="852392" y="146018"/>
                </a:cubicBezTo>
                <a:cubicBezTo>
                  <a:pt x="897350" y="190881"/>
                  <a:pt x="932879" y="243745"/>
                  <a:pt x="959072" y="304514"/>
                </a:cubicBezTo>
                <a:cubicBezTo>
                  <a:pt x="985266" y="365284"/>
                  <a:pt x="998411" y="430149"/>
                  <a:pt x="998411" y="499205"/>
                </a:cubicBezTo>
                <a:cubicBezTo>
                  <a:pt x="998411" y="568262"/>
                  <a:pt x="985266" y="633127"/>
                  <a:pt x="959072" y="693896"/>
                </a:cubicBezTo>
                <a:cubicBezTo>
                  <a:pt x="932879" y="754666"/>
                  <a:pt x="897255" y="807434"/>
                  <a:pt x="852392" y="852392"/>
                </a:cubicBezTo>
                <a:cubicBezTo>
                  <a:pt x="807434" y="897350"/>
                  <a:pt x="754666" y="932879"/>
                  <a:pt x="693896" y="959072"/>
                </a:cubicBezTo>
                <a:cubicBezTo>
                  <a:pt x="633127" y="985266"/>
                  <a:pt x="568261" y="998410"/>
                  <a:pt x="499205" y="998410"/>
                </a:cubicBezTo>
                <a:close/>
                <a:moveTo>
                  <a:pt x="499205" y="898588"/>
                </a:moveTo>
                <a:cubicBezTo>
                  <a:pt x="610743" y="898588"/>
                  <a:pt x="705135" y="859917"/>
                  <a:pt x="782478" y="782479"/>
                </a:cubicBezTo>
                <a:cubicBezTo>
                  <a:pt x="859821" y="705136"/>
                  <a:pt x="898588" y="610648"/>
                  <a:pt x="898588" y="499205"/>
                </a:cubicBezTo>
                <a:cubicBezTo>
                  <a:pt x="898588" y="387763"/>
                  <a:pt x="859917" y="293275"/>
                  <a:pt x="782478" y="215932"/>
                </a:cubicBezTo>
                <a:cubicBezTo>
                  <a:pt x="705135" y="138589"/>
                  <a:pt x="610648" y="99822"/>
                  <a:pt x="499205" y="99822"/>
                </a:cubicBezTo>
                <a:cubicBezTo>
                  <a:pt x="387762" y="99822"/>
                  <a:pt x="293275" y="138493"/>
                  <a:pt x="215932" y="215932"/>
                </a:cubicBezTo>
                <a:cubicBezTo>
                  <a:pt x="138589" y="293275"/>
                  <a:pt x="99822" y="387763"/>
                  <a:pt x="99822" y="499205"/>
                </a:cubicBezTo>
                <a:cubicBezTo>
                  <a:pt x="99822" y="610648"/>
                  <a:pt x="138493" y="705136"/>
                  <a:pt x="215932" y="782479"/>
                </a:cubicBezTo>
                <a:cubicBezTo>
                  <a:pt x="293275" y="859822"/>
                  <a:pt x="387762" y="898588"/>
                  <a:pt x="499205" y="89858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440" name="Google Shape;2440;p49"/>
          <p:cNvGrpSpPr/>
          <p:nvPr/>
        </p:nvGrpSpPr>
        <p:grpSpPr>
          <a:xfrm>
            <a:off x="3841069" y="5620316"/>
            <a:ext cx="437438" cy="437438"/>
            <a:chOff x="4876800" y="2209800"/>
            <a:chExt cx="2438400" cy="2438400"/>
          </a:xfrm>
        </p:grpSpPr>
        <p:sp>
          <p:nvSpPr>
            <p:cNvPr id="2441" name="Google Shape;2441;p49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42" name="Google Shape;2442;p49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43" name="Google Shape;2443;p49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44" name="Google Shape;2444;p49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2445" name="Google Shape;2445;p49"/>
          <p:cNvPicPr preferRelativeResize="0"/>
          <p:nvPr>
            <p:ph idx="2" type="pic"/>
          </p:nvPr>
        </p:nvPicPr>
        <p:blipFill/>
        <p:spPr>
          <a:xfrm>
            <a:off x="8332694" y="1951038"/>
            <a:ext cx="3163981" cy="435768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50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2451" name="Google Shape;2451;p50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2" name="Google Shape;2452;p50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3" name="Google Shape;2453;p50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4" name="Google Shape;2454;p50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59" name="Google Shape;2459;p50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0" name="Google Shape;2460;p50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1" name="Google Shape;2461;p50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2" name="Google Shape;2462;p50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3" name="Google Shape;2463;p50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4" name="Google Shape;2464;p50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5" name="Google Shape;2465;p50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6" name="Google Shape;2466;p50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7" name="Google Shape;2467;p50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8" name="Google Shape;2468;p50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69" name="Google Shape;2469;p50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0" name="Google Shape;2470;p50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1" name="Google Shape;2471;p50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2" name="Google Shape;2472;p50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3" name="Google Shape;2473;p50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4" name="Google Shape;2474;p50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5" name="Google Shape;2475;p50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6" name="Google Shape;2476;p50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7" name="Google Shape;2477;p50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8" name="Google Shape;2478;p50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79" name="Google Shape;2479;p50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0" name="Google Shape;2480;p50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1" name="Google Shape;2481;p50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2" name="Google Shape;2482;p50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3" name="Google Shape;2483;p50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4" name="Google Shape;2484;p50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5" name="Google Shape;2485;p50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6" name="Google Shape;2486;p50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7" name="Google Shape;2487;p50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8" name="Google Shape;2488;p50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89" name="Google Shape;2489;p50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0" name="Google Shape;2490;p50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1" name="Google Shape;2491;p50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2" name="Google Shape;2492;p50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3" name="Google Shape;2493;p50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4" name="Google Shape;2494;p50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5" name="Google Shape;2495;p50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6" name="Google Shape;2496;p50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7" name="Google Shape;2497;p50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8" name="Google Shape;2498;p50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499" name="Google Shape;2499;p50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0" name="Google Shape;2500;p50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1" name="Google Shape;2501;p50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2" name="Google Shape;2502;p50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3" name="Google Shape;2503;p50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4" name="Google Shape;2504;p50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5" name="Google Shape;2505;p50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6" name="Google Shape;2506;p50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7" name="Google Shape;2507;p50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8" name="Google Shape;2508;p50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09" name="Google Shape;2509;p50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0" name="Google Shape;2510;p50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1" name="Google Shape;2511;p50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2" name="Google Shape;2512;p50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3" name="Google Shape;2513;p50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4" name="Google Shape;2514;p50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5" name="Google Shape;2515;p50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6" name="Google Shape;2516;p50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17" name="Google Shape;2517;p50"/>
          <p:cNvSpPr/>
          <p:nvPr/>
        </p:nvSpPr>
        <p:spPr>
          <a:xfrm rot="2381954">
            <a:off x="6069659" y="2523374"/>
            <a:ext cx="1467923" cy="2246679"/>
          </a:xfrm>
          <a:custGeom>
            <a:rect b="b" l="l" r="r" t="t"/>
            <a:pathLst>
              <a:path extrusionOk="0" h="2246679" w="1467923">
                <a:moveTo>
                  <a:pt x="0" y="2246421"/>
                </a:moveTo>
                <a:cubicBezTo>
                  <a:pt x="988400" y="2262401"/>
                  <a:pt x="348011" y="1532862"/>
                  <a:pt x="899978" y="1394470"/>
                </a:cubicBezTo>
                <a:cubicBezTo>
                  <a:pt x="1756921" y="1170036"/>
                  <a:pt x="770931" y="356488"/>
                  <a:pt x="1467923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518" name="Google Shape;2518;p50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2519" name="Google Shape;2519;p50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20" name="Google Shape;2520;p50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1" name="Google Shape;2521;p50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522" name="Google Shape;2522;p50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523" name="Google Shape;2523;p50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24" name="Google Shape;2524;p50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25" name="Google Shape;2525;p50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26" name="Google Shape;2526;p50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527" name="Google Shape;2527;p50"/>
          <p:cNvGrpSpPr/>
          <p:nvPr/>
        </p:nvGrpSpPr>
        <p:grpSpPr>
          <a:xfrm flipH="1" rot="201040">
            <a:off x="7517963" y="2721028"/>
            <a:ext cx="3762864" cy="972680"/>
            <a:chOff x="4205287" y="3000375"/>
            <a:chExt cx="3781425" cy="857250"/>
          </a:xfrm>
        </p:grpSpPr>
        <p:sp>
          <p:nvSpPr>
            <p:cNvPr id="2528" name="Google Shape;2528;p50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29" name="Google Shape;2529;p50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30" name="Google Shape;2530;p50"/>
          <p:cNvSpPr txBox="1"/>
          <p:nvPr/>
        </p:nvSpPr>
        <p:spPr>
          <a:xfrm>
            <a:off x="7688575" y="1829479"/>
            <a:ext cx="234124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Contact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531" name="Google Shape;2531;p50"/>
          <p:cNvSpPr txBox="1"/>
          <p:nvPr/>
        </p:nvSpPr>
        <p:spPr>
          <a:xfrm flipH="1" rot="216266">
            <a:off x="7764267" y="2856710"/>
            <a:ext cx="33184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Information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532" name="Google Shape;2532;p50"/>
          <p:cNvSpPr txBox="1"/>
          <p:nvPr/>
        </p:nvSpPr>
        <p:spPr>
          <a:xfrm>
            <a:off x="7440278" y="4882791"/>
            <a:ext cx="4129342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33" name="Google Shape;2533;p50"/>
          <p:cNvSpPr txBox="1"/>
          <p:nvPr/>
        </p:nvSpPr>
        <p:spPr>
          <a:xfrm>
            <a:off x="7440275" y="4487928"/>
            <a:ext cx="1475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Sub Headline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534" name="Google Shape;2534;p50"/>
          <p:cNvGrpSpPr/>
          <p:nvPr/>
        </p:nvGrpSpPr>
        <p:grpSpPr>
          <a:xfrm flipH="1">
            <a:off x="695325" y="6004080"/>
            <a:ext cx="1299380" cy="296107"/>
            <a:chOff x="4205287" y="3000375"/>
            <a:chExt cx="3781425" cy="857250"/>
          </a:xfrm>
        </p:grpSpPr>
        <p:sp>
          <p:nvSpPr>
            <p:cNvPr id="2535" name="Google Shape;2535;p50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36" name="Google Shape;2536;p50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37" name="Google Shape;2537;p50"/>
          <p:cNvSpPr txBox="1"/>
          <p:nvPr/>
        </p:nvSpPr>
        <p:spPr>
          <a:xfrm>
            <a:off x="718363" y="6029022"/>
            <a:ext cx="12533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www.example.com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538" name="Google Shape;2538;p50"/>
          <p:cNvGrpSpPr/>
          <p:nvPr/>
        </p:nvGrpSpPr>
        <p:grpSpPr>
          <a:xfrm flipH="1">
            <a:off x="4325289" y="6004080"/>
            <a:ext cx="1330180" cy="296107"/>
            <a:chOff x="4205287" y="3000375"/>
            <a:chExt cx="3781425" cy="857250"/>
          </a:xfrm>
        </p:grpSpPr>
        <p:sp>
          <p:nvSpPr>
            <p:cNvPr id="2539" name="Google Shape;2539;p50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40" name="Google Shape;2540;p50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41" name="Google Shape;2541;p50"/>
          <p:cNvSpPr txBox="1"/>
          <p:nvPr/>
        </p:nvSpPr>
        <p:spPr>
          <a:xfrm>
            <a:off x="4363727" y="6029022"/>
            <a:ext cx="125330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example@mail.com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542" name="Google Shape;2542;p50"/>
          <p:cNvGrpSpPr/>
          <p:nvPr/>
        </p:nvGrpSpPr>
        <p:grpSpPr>
          <a:xfrm>
            <a:off x="10589710" y="5824603"/>
            <a:ext cx="437438" cy="437438"/>
            <a:chOff x="4876800" y="2209800"/>
            <a:chExt cx="2438400" cy="2438400"/>
          </a:xfrm>
        </p:grpSpPr>
        <p:sp>
          <p:nvSpPr>
            <p:cNvPr id="2543" name="Google Shape;2543;p50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44" name="Google Shape;2544;p5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45" name="Google Shape;2545;p50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46" name="Google Shape;2546;p50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2547" name="Google Shape;2547;p50"/>
          <p:cNvPicPr preferRelativeResize="0"/>
          <p:nvPr>
            <p:ph idx="2" type="pic"/>
          </p:nvPr>
        </p:nvPicPr>
        <p:blipFill/>
        <p:spPr>
          <a:xfrm>
            <a:off x="695326" y="1951038"/>
            <a:ext cx="4921704" cy="3341019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  <p:sp>
        <p:nvSpPr>
          <p:cNvPr id="2548" name="Google Shape;2548;p50"/>
          <p:cNvSpPr/>
          <p:nvPr/>
        </p:nvSpPr>
        <p:spPr>
          <a:xfrm>
            <a:off x="5285137" y="3792566"/>
            <a:ext cx="545410" cy="5454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49" name="Google Shape;2549;p50"/>
          <p:cNvSpPr/>
          <p:nvPr/>
        </p:nvSpPr>
        <p:spPr>
          <a:xfrm>
            <a:off x="5463269" y="3959561"/>
            <a:ext cx="192200" cy="211420"/>
          </a:xfrm>
          <a:custGeom>
            <a:rect b="b" l="l" r="r" t="t"/>
            <a:pathLst>
              <a:path extrusionOk="0" h="1118997" w="1017270">
                <a:moveTo>
                  <a:pt x="101727" y="1118997"/>
                </a:moveTo>
                <a:lnTo>
                  <a:pt x="101727" y="1017270"/>
                </a:lnTo>
                <a:lnTo>
                  <a:pt x="915543" y="1017270"/>
                </a:lnTo>
                <a:lnTo>
                  <a:pt x="915543" y="1118997"/>
                </a:lnTo>
                <a:lnTo>
                  <a:pt x="101727" y="1118997"/>
                </a:lnTo>
                <a:close/>
                <a:moveTo>
                  <a:pt x="101727" y="101727"/>
                </a:moveTo>
                <a:lnTo>
                  <a:pt x="101727" y="0"/>
                </a:lnTo>
                <a:lnTo>
                  <a:pt x="915543" y="0"/>
                </a:lnTo>
                <a:lnTo>
                  <a:pt x="915543" y="101727"/>
                </a:lnTo>
                <a:lnTo>
                  <a:pt x="101727" y="101727"/>
                </a:lnTo>
                <a:close/>
                <a:moveTo>
                  <a:pt x="508635" y="610362"/>
                </a:moveTo>
                <a:cubicBezTo>
                  <a:pt x="551021" y="610362"/>
                  <a:pt x="587026" y="595503"/>
                  <a:pt x="616744" y="565880"/>
                </a:cubicBezTo>
                <a:cubicBezTo>
                  <a:pt x="646462" y="536258"/>
                  <a:pt x="661226" y="500158"/>
                  <a:pt x="661226" y="457772"/>
                </a:cubicBezTo>
                <a:cubicBezTo>
                  <a:pt x="661226" y="415385"/>
                  <a:pt x="646367" y="379381"/>
                  <a:pt x="616744" y="349663"/>
                </a:cubicBezTo>
                <a:cubicBezTo>
                  <a:pt x="587121" y="320040"/>
                  <a:pt x="551021" y="305181"/>
                  <a:pt x="508635" y="305181"/>
                </a:cubicBezTo>
                <a:cubicBezTo>
                  <a:pt x="466249" y="305181"/>
                  <a:pt x="430244" y="320040"/>
                  <a:pt x="400526" y="349663"/>
                </a:cubicBezTo>
                <a:cubicBezTo>
                  <a:pt x="370904" y="379286"/>
                  <a:pt x="356045" y="415385"/>
                  <a:pt x="356045" y="457772"/>
                </a:cubicBezTo>
                <a:cubicBezTo>
                  <a:pt x="356045" y="500158"/>
                  <a:pt x="370904" y="536162"/>
                  <a:pt x="400526" y="565880"/>
                </a:cubicBezTo>
                <a:cubicBezTo>
                  <a:pt x="430149" y="595598"/>
                  <a:pt x="466249" y="610362"/>
                  <a:pt x="508635" y="610362"/>
                </a:cubicBezTo>
                <a:close/>
                <a:moveTo>
                  <a:pt x="101727" y="966407"/>
                </a:moveTo>
                <a:cubicBezTo>
                  <a:pt x="73724" y="966407"/>
                  <a:pt x="49816" y="956405"/>
                  <a:pt x="29909" y="936498"/>
                </a:cubicBezTo>
                <a:cubicBezTo>
                  <a:pt x="10001" y="916591"/>
                  <a:pt x="0" y="892588"/>
                  <a:pt x="0" y="864680"/>
                </a:cubicBezTo>
                <a:lnTo>
                  <a:pt x="0" y="254318"/>
                </a:lnTo>
                <a:cubicBezTo>
                  <a:pt x="0" y="226314"/>
                  <a:pt x="10001" y="202406"/>
                  <a:pt x="29909" y="182499"/>
                </a:cubicBezTo>
                <a:cubicBezTo>
                  <a:pt x="49816" y="162592"/>
                  <a:pt x="73819" y="152591"/>
                  <a:pt x="101727" y="152591"/>
                </a:cubicBezTo>
                <a:lnTo>
                  <a:pt x="915543" y="152591"/>
                </a:lnTo>
                <a:cubicBezTo>
                  <a:pt x="943547" y="152591"/>
                  <a:pt x="967454" y="162592"/>
                  <a:pt x="987362" y="182499"/>
                </a:cubicBezTo>
                <a:cubicBezTo>
                  <a:pt x="1007269" y="202406"/>
                  <a:pt x="1017270" y="226409"/>
                  <a:pt x="1017270" y="254318"/>
                </a:cubicBezTo>
                <a:lnTo>
                  <a:pt x="1017270" y="864680"/>
                </a:lnTo>
                <a:cubicBezTo>
                  <a:pt x="1017270" y="892683"/>
                  <a:pt x="1007269" y="916591"/>
                  <a:pt x="987362" y="936498"/>
                </a:cubicBezTo>
                <a:cubicBezTo>
                  <a:pt x="967454" y="956405"/>
                  <a:pt x="943451" y="966407"/>
                  <a:pt x="915543" y="966407"/>
                </a:cubicBezTo>
                <a:lnTo>
                  <a:pt x="101727" y="966407"/>
                </a:lnTo>
                <a:close/>
                <a:moveTo>
                  <a:pt x="190691" y="864680"/>
                </a:moveTo>
                <a:cubicBezTo>
                  <a:pt x="228791" y="817245"/>
                  <a:pt x="275082" y="779907"/>
                  <a:pt x="329279" y="752761"/>
                </a:cubicBezTo>
                <a:cubicBezTo>
                  <a:pt x="383572" y="725615"/>
                  <a:pt x="443294" y="712089"/>
                  <a:pt x="508540" y="712089"/>
                </a:cubicBezTo>
                <a:cubicBezTo>
                  <a:pt x="573786" y="712089"/>
                  <a:pt x="633603" y="725615"/>
                  <a:pt x="687800" y="752761"/>
                </a:cubicBezTo>
                <a:cubicBezTo>
                  <a:pt x="742093" y="779907"/>
                  <a:pt x="788289" y="817150"/>
                  <a:pt x="826389" y="864680"/>
                </a:cubicBezTo>
                <a:lnTo>
                  <a:pt x="915353" y="864680"/>
                </a:lnTo>
                <a:lnTo>
                  <a:pt x="915353" y="254318"/>
                </a:lnTo>
                <a:lnTo>
                  <a:pt x="101727" y="254318"/>
                </a:lnTo>
                <a:lnTo>
                  <a:pt x="101727" y="864680"/>
                </a:lnTo>
                <a:lnTo>
                  <a:pt x="190691" y="864680"/>
                </a:lnTo>
                <a:close/>
                <a:moveTo>
                  <a:pt x="340709" y="864680"/>
                </a:moveTo>
                <a:lnTo>
                  <a:pt x="676370" y="864680"/>
                </a:lnTo>
                <a:cubicBezTo>
                  <a:pt x="651796" y="847725"/>
                  <a:pt x="625316" y="835057"/>
                  <a:pt x="596932" y="826580"/>
                </a:cubicBezTo>
                <a:cubicBezTo>
                  <a:pt x="568547" y="818102"/>
                  <a:pt x="539115" y="813911"/>
                  <a:pt x="508540" y="813911"/>
                </a:cubicBezTo>
                <a:cubicBezTo>
                  <a:pt x="477965" y="813911"/>
                  <a:pt x="448532" y="818102"/>
                  <a:pt x="420148" y="826580"/>
                </a:cubicBezTo>
                <a:cubicBezTo>
                  <a:pt x="391763" y="835057"/>
                  <a:pt x="365284" y="847725"/>
                  <a:pt x="340709" y="864680"/>
                </a:cubicBezTo>
                <a:close/>
                <a:moveTo>
                  <a:pt x="508540" y="508635"/>
                </a:moveTo>
                <a:cubicBezTo>
                  <a:pt x="494157" y="508635"/>
                  <a:pt x="482060" y="503777"/>
                  <a:pt x="472345" y="493967"/>
                </a:cubicBezTo>
                <a:cubicBezTo>
                  <a:pt x="462629" y="484251"/>
                  <a:pt x="457676" y="472154"/>
                  <a:pt x="457676" y="457772"/>
                </a:cubicBezTo>
                <a:cubicBezTo>
                  <a:pt x="457676" y="443389"/>
                  <a:pt x="462534" y="431292"/>
                  <a:pt x="472345" y="421576"/>
                </a:cubicBezTo>
                <a:cubicBezTo>
                  <a:pt x="482156" y="411861"/>
                  <a:pt x="494157" y="406908"/>
                  <a:pt x="508540" y="406908"/>
                </a:cubicBezTo>
                <a:cubicBezTo>
                  <a:pt x="522923" y="406908"/>
                  <a:pt x="535019" y="411766"/>
                  <a:pt x="544735" y="421576"/>
                </a:cubicBezTo>
                <a:cubicBezTo>
                  <a:pt x="554450" y="431292"/>
                  <a:pt x="559403" y="443389"/>
                  <a:pt x="559403" y="457772"/>
                </a:cubicBezTo>
                <a:cubicBezTo>
                  <a:pt x="559403" y="472154"/>
                  <a:pt x="554546" y="484251"/>
                  <a:pt x="544735" y="493967"/>
                </a:cubicBezTo>
                <a:cubicBezTo>
                  <a:pt x="535019" y="503682"/>
                  <a:pt x="522923" y="508635"/>
                  <a:pt x="508540" y="5086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4" name="Google Shape;2554;p51"/>
          <p:cNvGrpSpPr/>
          <p:nvPr/>
        </p:nvGrpSpPr>
        <p:grpSpPr>
          <a:xfrm>
            <a:off x="552450" y="609161"/>
            <a:ext cx="11087099" cy="5639677"/>
            <a:chOff x="552450" y="609161"/>
            <a:chExt cx="11087099" cy="5639677"/>
          </a:xfrm>
        </p:grpSpPr>
        <p:sp>
          <p:nvSpPr>
            <p:cNvPr id="2555" name="Google Shape;2555;p51"/>
            <p:cNvSpPr/>
            <p:nvPr/>
          </p:nvSpPr>
          <p:spPr>
            <a:xfrm>
              <a:off x="55245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56" name="Google Shape;2556;p51"/>
            <p:cNvSpPr/>
            <p:nvPr/>
          </p:nvSpPr>
          <p:spPr>
            <a:xfrm>
              <a:off x="165475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57" name="Google Shape;2557;p51"/>
            <p:cNvSpPr/>
            <p:nvPr/>
          </p:nvSpPr>
          <p:spPr>
            <a:xfrm>
              <a:off x="275705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58" name="Google Shape;2558;p51"/>
            <p:cNvSpPr/>
            <p:nvPr/>
          </p:nvSpPr>
          <p:spPr>
            <a:xfrm>
              <a:off x="3859353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59" name="Google Shape;2559;p51"/>
            <p:cNvSpPr/>
            <p:nvPr/>
          </p:nvSpPr>
          <p:spPr>
            <a:xfrm>
              <a:off x="4961655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0" name="Google Shape;2560;p51"/>
            <p:cNvSpPr/>
            <p:nvPr/>
          </p:nvSpPr>
          <p:spPr>
            <a:xfrm>
              <a:off x="6063956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1" name="Google Shape;2561;p51"/>
            <p:cNvSpPr/>
            <p:nvPr/>
          </p:nvSpPr>
          <p:spPr>
            <a:xfrm>
              <a:off x="7166257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2" name="Google Shape;2562;p51"/>
            <p:cNvSpPr/>
            <p:nvPr/>
          </p:nvSpPr>
          <p:spPr>
            <a:xfrm>
              <a:off x="8268558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3" name="Google Shape;2563;p51"/>
            <p:cNvSpPr/>
            <p:nvPr/>
          </p:nvSpPr>
          <p:spPr>
            <a:xfrm>
              <a:off x="9370860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4" name="Google Shape;2564;p51"/>
            <p:cNvSpPr/>
            <p:nvPr/>
          </p:nvSpPr>
          <p:spPr>
            <a:xfrm>
              <a:off x="10473161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5" name="Google Shape;2565;p51"/>
            <p:cNvSpPr/>
            <p:nvPr/>
          </p:nvSpPr>
          <p:spPr>
            <a:xfrm>
              <a:off x="11575462" y="60916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6" name="Google Shape;2566;p51"/>
            <p:cNvSpPr/>
            <p:nvPr/>
          </p:nvSpPr>
          <p:spPr>
            <a:xfrm>
              <a:off x="55245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7" name="Google Shape;2567;p51"/>
            <p:cNvSpPr/>
            <p:nvPr/>
          </p:nvSpPr>
          <p:spPr>
            <a:xfrm>
              <a:off x="165475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8" name="Google Shape;2568;p51"/>
            <p:cNvSpPr/>
            <p:nvPr/>
          </p:nvSpPr>
          <p:spPr>
            <a:xfrm>
              <a:off x="275705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69" name="Google Shape;2569;p51"/>
            <p:cNvSpPr/>
            <p:nvPr/>
          </p:nvSpPr>
          <p:spPr>
            <a:xfrm>
              <a:off x="3859353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0" name="Google Shape;2570;p51"/>
            <p:cNvSpPr/>
            <p:nvPr/>
          </p:nvSpPr>
          <p:spPr>
            <a:xfrm>
              <a:off x="4961655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1" name="Google Shape;2571;p51"/>
            <p:cNvSpPr/>
            <p:nvPr/>
          </p:nvSpPr>
          <p:spPr>
            <a:xfrm>
              <a:off x="6063956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2" name="Google Shape;2572;p51"/>
            <p:cNvSpPr/>
            <p:nvPr/>
          </p:nvSpPr>
          <p:spPr>
            <a:xfrm>
              <a:off x="7166257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3" name="Google Shape;2573;p51"/>
            <p:cNvSpPr/>
            <p:nvPr/>
          </p:nvSpPr>
          <p:spPr>
            <a:xfrm>
              <a:off x="8268558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4" name="Google Shape;2574;p51"/>
            <p:cNvSpPr/>
            <p:nvPr/>
          </p:nvSpPr>
          <p:spPr>
            <a:xfrm>
              <a:off x="9370860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5" name="Google Shape;2575;p51"/>
            <p:cNvSpPr/>
            <p:nvPr/>
          </p:nvSpPr>
          <p:spPr>
            <a:xfrm>
              <a:off x="10473161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6" name="Google Shape;2576;p51"/>
            <p:cNvSpPr/>
            <p:nvPr/>
          </p:nvSpPr>
          <p:spPr>
            <a:xfrm>
              <a:off x="11575462" y="1724279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7" name="Google Shape;2577;p51"/>
            <p:cNvSpPr/>
            <p:nvPr/>
          </p:nvSpPr>
          <p:spPr>
            <a:xfrm>
              <a:off x="55245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8" name="Google Shape;2578;p51"/>
            <p:cNvSpPr/>
            <p:nvPr/>
          </p:nvSpPr>
          <p:spPr>
            <a:xfrm>
              <a:off x="165475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79" name="Google Shape;2579;p51"/>
            <p:cNvSpPr/>
            <p:nvPr/>
          </p:nvSpPr>
          <p:spPr>
            <a:xfrm>
              <a:off x="275705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0" name="Google Shape;2580;p51"/>
            <p:cNvSpPr/>
            <p:nvPr/>
          </p:nvSpPr>
          <p:spPr>
            <a:xfrm>
              <a:off x="3859353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1" name="Google Shape;2581;p51"/>
            <p:cNvSpPr/>
            <p:nvPr/>
          </p:nvSpPr>
          <p:spPr>
            <a:xfrm>
              <a:off x="4961655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2" name="Google Shape;2582;p51"/>
            <p:cNvSpPr/>
            <p:nvPr/>
          </p:nvSpPr>
          <p:spPr>
            <a:xfrm>
              <a:off x="6063956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3" name="Google Shape;2583;p51"/>
            <p:cNvSpPr/>
            <p:nvPr/>
          </p:nvSpPr>
          <p:spPr>
            <a:xfrm>
              <a:off x="7166257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4" name="Google Shape;2584;p51"/>
            <p:cNvSpPr/>
            <p:nvPr/>
          </p:nvSpPr>
          <p:spPr>
            <a:xfrm>
              <a:off x="8268558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5" name="Google Shape;2585;p51"/>
            <p:cNvSpPr/>
            <p:nvPr/>
          </p:nvSpPr>
          <p:spPr>
            <a:xfrm>
              <a:off x="9370860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6" name="Google Shape;2586;p51"/>
            <p:cNvSpPr/>
            <p:nvPr/>
          </p:nvSpPr>
          <p:spPr>
            <a:xfrm>
              <a:off x="10473161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7" name="Google Shape;2587;p51"/>
            <p:cNvSpPr/>
            <p:nvPr/>
          </p:nvSpPr>
          <p:spPr>
            <a:xfrm>
              <a:off x="11575462" y="2839397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8" name="Google Shape;2588;p51"/>
            <p:cNvSpPr/>
            <p:nvPr/>
          </p:nvSpPr>
          <p:spPr>
            <a:xfrm>
              <a:off x="55245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89" name="Google Shape;2589;p51"/>
            <p:cNvSpPr/>
            <p:nvPr/>
          </p:nvSpPr>
          <p:spPr>
            <a:xfrm>
              <a:off x="165475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0" name="Google Shape;2590;p51"/>
            <p:cNvSpPr/>
            <p:nvPr/>
          </p:nvSpPr>
          <p:spPr>
            <a:xfrm>
              <a:off x="275705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1" name="Google Shape;2591;p51"/>
            <p:cNvSpPr/>
            <p:nvPr/>
          </p:nvSpPr>
          <p:spPr>
            <a:xfrm>
              <a:off x="3859353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2" name="Google Shape;2592;p51"/>
            <p:cNvSpPr/>
            <p:nvPr/>
          </p:nvSpPr>
          <p:spPr>
            <a:xfrm>
              <a:off x="4961655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3" name="Google Shape;2593;p51"/>
            <p:cNvSpPr/>
            <p:nvPr/>
          </p:nvSpPr>
          <p:spPr>
            <a:xfrm>
              <a:off x="6063956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4" name="Google Shape;2594;p51"/>
            <p:cNvSpPr/>
            <p:nvPr/>
          </p:nvSpPr>
          <p:spPr>
            <a:xfrm>
              <a:off x="7166257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5" name="Google Shape;2595;p51"/>
            <p:cNvSpPr/>
            <p:nvPr/>
          </p:nvSpPr>
          <p:spPr>
            <a:xfrm>
              <a:off x="8268558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6" name="Google Shape;2596;p51"/>
            <p:cNvSpPr/>
            <p:nvPr/>
          </p:nvSpPr>
          <p:spPr>
            <a:xfrm>
              <a:off x="9370860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7" name="Google Shape;2597;p51"/>
            <p:cNvSpPr/>
            <p:nvPr/>
          </p:nvSpPr>
          <p:spPr>
            <a:xfrm>
              <a:off x="10473161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8" name="Google Shape;2598;p51"/>
            <p:cNvSpPr/>
            <p:nvPr/>
          </p:nvSpPr>
          <p:spPr>
            <a:xfrm>
              <a:off x="11575462" y="3954515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99" name="Google Shape;2599;p51"/>
            <p:cNvSpPr/>
            <p:nvPr/>
          </p:nvSpPr>
          <p:spPr>
            <a:xfrm>
              <a:off x="55245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0" name="Google Shape;2600;p51"/>
            <p:cNvSpPr/>
            <p:nvPr/>
          </p:nvSpPr>
          <p:spPr>
            <a:xfrm>
              <a:off x="165475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1" name="Google Shape;2601;p51"/>
            <p:cNvSpPr/>
            <p:nvPr/>
          </p:nvSpPr>
          <p:spPr>
            <a:xfrm>
              <a:off x="275705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2" name="Google Shape;2602;p51"/>
            <p:cNvSpPr/>
            <p:nvPr/>
          </p:nvSpPr>
          <p:spPr>
            <a:xfrm>
              <a:off x="3859353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3" name="Google Shape;2603;p51"/>
            <p:cNvSpPr/>
            <p:nvPr/>
          </p:nvSpPr>
          <p:spPr>
            <a:xfrm>
              <a:off x="4961655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4" name="Google Shape;2604;p51"/>
            <p:cNvSpPr/>
            <p:nvPr/>
          </p:nvSpPr>
          <p:spPr>
            <a:xfrm>
              <a:off x="6063956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5" name="Google Shape;2605;p51"/>
            <p:cNvSpPr/>
            <p:nvPr/>
          </p:nvSpPr>
          <p:spPr>
            <a:xfrm>
              <a:off x="7166257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6" name="Google Shape;2606;p51"/>
            <p:cNvSpPr/>
            <p:nvPr/>
          </p:nvSpPr>
          <p:spPr>
            <a:xfrm>
              <a:off x="8268558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7" name="Google Shape;2607;p51"/>
            <p:cNvSpPr/>
            <p:nvPr/>
          </p:nvSpPr>
          <p:spPr>
            <a:xfrm>
              <a:off x="9370860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8" name="Google Shape;2608;p51"/>
            <p:cNvSpPr/>
            <p:nvPr/>
          </p:nvSpPr>
          <p:spPr>
            <a:xfrm>
              <a:off x="10473161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09" name="Google Shape;2609;p51"/>
            <p:cNvSpPr/>
            <p:nvPr/>
          </p:nvSpPr>
          <p:spPr>
            <a:xfrm>
              <a:off x="11575462" y="5069633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0" name="Google Shape;2610;p51"/>
            <p:cNvSpPr/>
            <p:nvPr/>
          </p:nvSpPr>
          <p:spPr>
            <a:xfrm>
              <a:off x="55245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1" name="Google Shape;2611;p51"/>
            <p:cNvSpPr/>
            <p:nvPr/>
          </p:nvSpPr>
          <p:spPr>
            <a:xfrm>
              <a:off x="165475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2" name="Google Shape;2612;p51"/>
            <p:cNvSpPr/>
            <p:nvPr/>
          </p:nvSpPr>
          <p:spPr>
            <a:xfrm>
              <a:off x="275705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3" name="Google Shape;2613;p51"/>
            <p:cNvSpPr/>
            <p:nvPr/>
          </p:nvSpPr>
          <p:spPr>
            <a:xfrm>
              <a:off x="3859353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4" name="Google Shape;2614;p51"/>
            <p:cNvSpPr/>
            <p:nvPr/>
          </p:nvSpPr>
          <p:spPr>
            <a:xfrm>
              <a:off x="4961655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5" name="Google Shape;2615;p51"/>
            <p:cNvSpPr/>
            <p:nvPr/>
          </p:nvSpPr>
          <p:spPr>
            <a:xfrm>
              <a:off x="6063956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6" name="Google Shape;2616;p51"/>
            <p:cNvSpPr/>
            <p:nvPr/>
          </p:nvSpPr>
          <p:spPr>
            <a:xfrm>
              <a:off x="7166257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7" name="Google Shape;2617;p51"/>
            <p:cNvSpPr/>
            <p:nvPr/>
          </p:nvSpPr>
          <p:spPr>
            <a:xfrm>
              <a:off x="8268558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8" name="Google Shape;2618;p51"/>
            <p:cNvSpPr/>
            <p:nvPr/>
          </p:nvSpPr>
          <p:spPr>
            <a:xfrm>
              <a:off x="9370860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19" name="Google Shape;2619;p51"/>
            <p:cNvSpPr/>
            <p:nvPr/>
          </p:nvSpPr>
          <p:spPr>
            <a:xfrm>
              <a:off x="10473161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20" name="Google Shape;2620;p51"/>
            <p:cNvSpPr/>
            <p:nvPr/>
          </p:nvSpPr>
          <p:spPr>
            <a:xfrm>
              <a:off x="11575462" y="6184751"/>
              <a:ext cx="64087" cy="64087"/>
            </a:xfrm>
            <a:custGeom>
              <a:rect b="b" l="l" r="r" t="t"/>
              <a:pathLst>
                <a:path extrusionOk="0" h="64087" w="64087">
                  <a:moveTo>
                    <a:pt x="64087" y="32044"/>
                  </a:moveTo>
                  <a:cubicBezTo>
                    <a:pt x="64087" y="49741"/>
                    <a:pt x="49741" y="64087"/>
                    <a:pt x="32044" y="64087"/>
                  </a:cubicBezTo>
                  <a:cubicBezTo>
                    <a:pt x="14346" y="64087"/>
                    <a:pt x="0" y="49741"/>
                    <a:pt x="0" y="32044"/>
                  </a:cubicBezTo>
                  <a:cubicBezTo>
                    <a:pt x="0" y="14346"/>
                    <a:pt x="14346" y="0"/>
                    <a:pt x="32044" y="0"/>
                  </a:cubicBezTo>
                  <a:cubicBezTo>
                    <a:pt x="49741" y="0"/>
                    <a:pt x="64087" y="14346"/>
                    <a:pt x="64087" y="320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21" name="Google Shape;2621;p51"/>
          <p:cNvSpPr/>
          <p:nvPr/>
        </p:nvSpPr>
        <p:spPr>
          <a:xfrm rot="2381954">
            <a:off x="5713271" y="2442070"/>
            <a:ext cx="2027338" cy="2266745"/>
          </a:xfrm>
          <a:custGeom>
            <a:rect b="b" l="l" r="r" t="t"/>
            <a:pathLst>
              <a:path extrusionOk="0" h="2266745" w="2027338">
                <a:moveTo>
                  <a:pt x="0" y="2085026"/>
                </a:moveTo>
                <a:cubicBezTo>
                  <a:pt x="1188476" y="2588548"/>
                  <a:pt x="981262" y="1865831"/>
                  <a:pt x="1439940" y="2052481"/>
                </a:cubicBezTo>
                <a:cubicBezTo>
                  <a:pt x="2276232" y="2439411"/>
                  <a:pt x="2020431" y="706047"/>
                  <a:pt x="1866010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622" name="Google Shape;2622;p51"/>
          <p:cNvGrpSpPr/>
          <p:nvPr/>
        </p:nvGrpSpPr>
        <p:grpSpPr>
          <a:xfrm>
            <a:off x="10163319" y="557813"/>
            <a:ext cx="1333500" cy="342594"/>
            <a:chOff x="-289731" y="2797058"/>
            <a:chExt cx="6257925" cy="2371725"/>
          </a:xfrm>
        </p:grpSpPr>
        <p:sp>
          <p:nvSpPr>
            <p:cNvPr id="2623" name="Google Shape;2623;p51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24" name="Google Shape;2624;p51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25" name="Google Shape;2625;p51"/>
          <p:cNvSpPr txBox="1"/>
          <p:nvPr/>
        </p:nvSpPr>
        <p:spPr>
          <a:xfrm>
            <a:off x="10258926" y="590611"/>
            <a:ext cx="10990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Pitch Deck</a:t>
            </a:r>
            <a:endParaRPr sz="12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626" name="Google Shape;2626;p51"/>
          <p:cNvSpPr txBox="1"/>
          <p:nvPr/>
        </p:nvSpPr>
        <p:spPr>
          <a:xfrm>
            <a:off x="926186" y="590810"/>
            <a:ext cx="13614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 Company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627" name="Google Shape;2627;p51"/>
          <p:cNvSpPr/>
          <p:nvPr/>
        </p:nvSpPr>
        <p:spPr>
          <a:xfrm>
            <a:off x="695325" y="645248"/>
            <a:ext cx="180930" cy="167724"/>
          </a:xfrm>
          <a:custGeom>
            <a:rect b="b" l="l" r="r" t="t"/>
            <a:pathLst>
              <a:path extrusionOk="0" h="4038600" w="4356594">
                <a:moveTo>
                  <a:pt x="3075411" y="2019300"/>
                </a:moveTo>
                <a:cubicBezTo>
                  <a:pt x="3730445" y="1727835"/>
                  <a:pt x="4217459" y="1127093"/>
                  <a:pt x="4350809" y="402431"/>
                </a:cubicBezTo>
                <a:cubicBezTo>
                  <a:pt x="4389385" y="192881"/>
                  <a:pt x="4226984" y="0"/>
                  <a:pt x="4013814" y="0"/>
                </a:cubicBezTo>
                <a:lnTo>
                  <a:pt x="342593" y="0"/>
                </a:lnTo>
                <a:cubicBezTo>
                  <a:pt x="129519" y="0"/>
                  <a:pt x="-32882" y="192881"/>
                  <a:pt x="5694" y="402431"/>
                </a:cubicBezTo>
                <a:cubicBezTo>
                  <a:pt x="139044" y="1127093"/>
                  <a:pt x="626057" y="1727835"/>
                  <a:pt x="1281091" y="2019300"/>
                </a:cubicBezTo>
                <a:cubicBezTo>
                  <a:pt x="626057" y="2310765"/>
                  <a:pt x="139044" y="2911507"/>
                  <a:pt x="5694" y="3636169"/>
                </a:cubicBezTo>
                <a:cubicBezTo>
                  <a:pt x="-32882" y="3845719"/>
                  <a:pt x="129519" y="4038600"/>
                  <a:pt x="342688" y="4038600"/>
                </a:cubicBezTo>
                <a:lnTo>
                  <a:pt x="4013909" y="4038600"/>
                </a:lnTo>
                <a:cubicBezTo>
                  <a:pt x="4226984" y="4038600"/>
                  <a:pt x="4389480" y="3845719"/>
                  <a:pt x="4350904" y="3636169"/>
                </a:cubicBezTo>
                <a:cubicBezTo>
                  <a:pt x="4217554" y="2911507"/>
                  <a:pt x="3730541" y="2310765"/>
                  <a:pt x="3075506" y="20193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28" name="Google Shape;2628;p51"/>
          <p:cNvSpPr txBox="1"/>
          <p:nvPr/>
        </p:nvSpPr>
        <p:spPr>
          <a:xfrm>
            <a:off x="5778223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Home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29" name="Google Shape;2629;p51"/>
          <p:cNvSpPr txBox="1"/>
          <p:nvPr/>
        </p:nvSpPr>
        <p:spPr>
          <a:xfrm>
            <a:off x="7239922" y="590810"/>
            <a:ext cx="612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About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30" name="Google Shape;2630;p51"/>
          <p:cNvSpPr txBox="1"/>
          <p:nvPr/>
        </p:nvSpPr>
        <p:spPr>
          <a:xfrm>
            <a:off x="8597408" y="590810"/>
            <a:ext cx="820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31" name="Google Shape;2631;p51"/>
          <p:cNvSpPr txBox="1"/>
          <p:nvPr/>
        </p:nvSpPr>
        <p:spPr>
          <a:xfrm>
            <a:off x="552450" y="1854219"/>
            <a:ext cx="387484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Thank You for</a:t>
            </a:r>
            <a:endParaRPr sz="40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632" name="Google Shape;2632;p51"/>
          <p:cNvGrpSpPr/>
          <p:nvPr/>
        </p:nvGrpSpPr>
        <p:grpSpPr>
          <a:xfrm flipH="1" rot="10553666">
            <a:off x="746363" y="2789558"/>
            <a:ext cx="1932626" cy="847462"/>
            <a:chOff x="-289731" y="2797058"/>
            <a:chExt cx="6257925" cy="2371725"/>
          </a:xfrm>
        </p:grpSpPr>
        <p:sp>
          <p:nvSpPr>
            <p:cNvPr id="2633" name="Google Shape;2633;p51"/>
            <p:cNvSpPr/>
            <p:nvPr/>
          </p:nvSpPr>
          <p:spPr>
            <a:xfrm>
              <a:off x="-289731" y="2797058"/>
              <a:ext cx="6257925" cy="2371725"/>
            </a:xfrm>
            <a:custGeom>
              <a:rect b="b" l="l" r="r" t="t"/>
              <a:pathLst>
                <a:path extrusionOk="0" h="2371725" w="6257925">
                  <a:moveTo>
                    <a:pt x="6257925" y="268034"/>
                  </a:moveTo>
                  <a:lnTo>
                    <a:pt x="6257925" y="1600200"/>
                  </a:lnTo>
                  <a:lnTo>
                    <a:pt x="5500021" y="2371725"/>
                  </a:lnTo>
                  <a:lnTo>
                    <a:pt x="268034" y="2371725"/>
                  </a:lnTo>
                  <a:cubicBezTo>
                    <a:pt x="120015" y="2371725"/>
                    <a:pt x="0" y="2251710"/>
                    <a:pt x="0" y="2103692"/>
                  </a:cubicBezTo>
                  <a:lnTo>
                    <a:pt x="0" y="268034"/>
                  </a:lnTo>
                  <a:cubicBezTo>
                    <a:pt x="0" y="120015"/>
                    <a:pt x="120015" y="0"/>
                    <a:pt x="268034" y="0"/>
                  </a:cubicBezTo>
                  <a:lnTo>
                    <a:pt x="5989892" y="0"/>
                  </a:lnTo>
                  <a:cubicBezTo>
                    <a:pt x="6137910" y="0"/>
                    <a:pt x="6257925" y="120015"/>
                    <a:pt x="6257925" y="268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34" name="Google Shape;2634;p51"/>
            <p:cNvSpPr/>
            <p:nvPr/>
          </p:nvSpPr>
          <p:spPr>
            <a:xfrm>
              <a:off x="5058253" y="4397258"/>
              <a:ext cx="909941" cy="771525"/>
            </a:xfrm>
            <a:custGeom>
              <a:rect b="b" l="l" r="r" t="t"/>
              <a:pathLst>
                <a:path extrusionOk="0" h="771525" w="909941">
                  <a:moveTo>
                    <a:pt x="909942" y="0"/>
                  </a:moveTo>
                  <a:lnTo>
                    <a:pt x="152037" y="771525"/>
                  </a:lnTo>
                  <a:lnTo>
                    <a:pt x="10115" y="300895"/>
                  </a:lnTo>
                  <a:cubicBezTo>
                    <a:pt x="-35129" y="150971"/>
                    <a:pt x="77076" y="0"/>
                    <a:pt x="233667" y="0"/>
                  </a:cubicBezTo>
                  <a:lnTo>
                    <a:pt x="909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35" name="Google Shape;2635;p51"/>
          <p:cNvSpPr txBox="1"/>
          <p:nvPr/>
        </p:nvSpPr>
        <p:spPr>
          <a:xfrm rot="-246334">
            <a:off x="871709" y="2884039"/>
            <a:ext cx="15948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Your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636" name="Google Shape;2636;p51"/>
          <p:cNvGrpSpPr/>
          <p:nvPr/>
        </p:nvGrpSpPr>
        <p:grpSpPr>
          <a:xfrm flipH="1" rot="249402">
            <a:off x="2922337" y="2699798"/>
            <a:ext cx="3328166" cy="972680"/>
            <a:chOff x="4205287" y="3000375"/>
            <a:chExt cx="3781425" cy="857250"/>
          </a:xfrm>
        </p:grpSpPr>
        <p:sp>
          <p:nvSpPr>
            <p:cNvPr id="2637" name="Google Shape;2637;p51"/>
            <p:cNvSpPr/>
            <p:nvPr/>
          </p:nvSpPr>
          <p:spPr>
            <a:xfrm>
              <a:off x="4205287" y="3000375"/>
              <a:ext cx="3781425" cy="857250"/>
            </a:xfrm>
            <a:custGeom>
              <a:rect b="b" l="l" r="r" t="t"/>
              <a:pathLst>
                <a:path extrusionOk="0" h="857250" w="3781425">
                  <a:moveTo>
                    <a:pt x="3781425" y="135065"/>
                  </a:moveTo>
                  <a:lnTo>
                    <a:pt x="3781425" y="581025"/>
                  </a:lnTo>
                  <a:lnTo>
                    <a:pt x="3558349" y="857250"/>
                  </a:lnTo>
                  <a:lnTo>
                    <a:pt x="135065" y="857250"/>
                  </a:lnTo>
                  <a:cubicBezTo>
                    <a:pt x="60484" y="857250"/>
                    <a:pt x="0" y="796766"/>
                    <a:pt x="0" y="722186"/>
                  </a:cubicBezTo>
                  <a:lnTo>
                    <a:pt x="0" y="135065"/>
                  </a:lnTo>
                  <a:cubicBezTo>
                    <a:pt x="0" y="60484"/>
                    <a:pt x="60484" y="0"/>
                    <a:pt x="135065" y="0"/>
                  </a:cubicBezTo>
                  <a:lnTo>
                    <a:pt x="3646361" y="0"/>
                  </a:lnTo>
                  <a:cubicBezTo>
                    <a:pt x="3720941" y="0"/>
                    <a:pt x="3781425" y="60484"/>
                    <a:pt x="3781425" y="135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38" name="Google Shape;2638;p51"/>
            <p:cNvSpPr/>
            <p:nvPr/>
          </p:nvSpPr>
          <p:spPr>
            <a:xfrm>
              <a:off x="7701459" y="3581400"/>
              <a:ext cx="285252" cy="276225"/>
            </a:xfrm>
            <a:custGeom>
              <a:rect b="b" l="l" r="r" t="t"/>
              <a:pathLst>
                <a:path extrusionOk="0" h="276225" w="285252">
                  <a:moveTo>
                    <a:pt x="62177" y="276225"/>
                  </a:moveTo>
                  <a:lnTo>
                    <a:pt x="3789" y="126587"/>
                  </a:lnTo>
                  <a:cubicBezTo>
                    <a:pt x="-8498" y="95155"/>
                    <a:pt x="10266" y="60198"/>
                    <a:pt x="43222" y="52959"/>
                  </a:cubicBezTo>
                  <a:lnTo>
                    <a:pt x="285253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39" name="Google Shape;2639;p51"/>
          <p:cNvSpPr txBox="1"/>
          <p:nvPr/>
        </p:nvSpPr>
        <p:spPr>
          <a:xfrm flipH="1" rot="264628">
            <a:off x="3099656" y="2835480"/>
            <a:ext cx="30216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0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Attention!</a:t>
            </a:r>
            <a:endParaRPr sz="40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640" name="Google Shape;2640;p51"/>
          <p:cNvGrpSpPr/>
          <p:nvPr/>
        </p:nvGrpSpPr>
        <p:grpSpPr>
          <a:xfrm flipH="1" rot="10800000">
            <a:off x="8027683" y="1951038"/>
            <a:ext cx="1776256" cy="1371970"/>
            <a:chOff x="3805237" y="1314450"/>
            <a:chExt cx="4581525" cy="4229100"/>
          </a:xfrm>
        </p:grpSpPr>
        <p:sp>
          <p:nvSpPr>
            <p:cNvPr id="2641" name="Google Shape;2641;p51"/>
            <p:cNvSpPr/>
            <p:nvPr/>
          </p:nvSpPr>
          <p:spPr>
            <a:xfrm>
              <a:off x="3805237" y="1314450"/>
              <a:ext cx="4581525" cy="4229100"/>
            </a:xfrm>
            <a:custGeom>
              <a:rect b="b" l="l" r="r" t="t"/>
              <a:pathLst>
                <a:path extrusionOk="0" h="4229100" w="4581525">
                  <a:moveTo>
                    <a:pt x="4581525" y="251079"/>
                  </a:moveTo>
                  <a:lnTo>
                    <a:pt x="4581525" y="3437191"/>
                  </a:lnTo>
                  <a:lnTo>
                    <a:pt x="3800475" y="4229100"/>
                  </a:lnTo>
                  <a:lnTo>
                    <a:pt x="251079" y="4229100"/>
                  </a:lnTo>
                  <a:cubicBezTo>
                    <a:pt x="112395" y="4229100"/>
                    <a:pt x="0" y="4116705"/>
                    <a:pt x="0" y="3978021"/>
                  </a:cubicBezTo>
                  <a:lnTo>
                    <a:pt x="0" y="251079"/>
                  </a:lnTo>
                  <a:cubicBezTo>
                    <a:pt x="0" y="112395"/>
                    <a:pt x="112395" y="0"/>
                    <a:pt x="251079" y="0"/>
                  </a:cubicBezTo>
                  <a:lnTo>
                    <a:pt x="4330446" y="0"/>
                  </a:lnTo>
                  <a:cubicBezTo>
                    <a:pt x="4469130" y="0"/>
                    <a:pt x="4581525" y="112395"/>
                    <a:pt x="4581525" y="2510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42" name="Google Shape;2642;p51"/>
            <p:cNvSpPr/>
            <p:nvPr/>
          </p:nvSpPr>
          <p:spPr>
            <a:xfrm>
              <a:off x="7605712" y="4688432"/>
              <a:ext cx="781050" cy="855117"/>
            </a:xfrm>
            <a:custGeom>
              <a:rect b="b" l="l" r="r" t="t"/>
              <a:pathLst>
                <a:path extrusionOk="0" h="855117" w="781050">
                  <a:moveTo>
                    <a:pt x="781050" y="63209"/>
                  </a:moveTo>
                  <a:lnTo>
                    <a:pt x="0" y="855118"/>
                  </a:lnTo>
                  <a:lnTo>
                    <a:pt x="0" y="240945"/>
                  </a:lnTo>
                  <a:cubicBezTo>
                    <a:pt x="0" y="96451"/>
                    <a:pt x="126302" y="-15563"/>
                    <a:pt x="269748" y="1773"/>
                  </a:cubicBezTo>
                  <a:lnTo>
                    <a:pt x="781050" y="63304"/>
                  </a:lnTo>
                  <a:close/>
                </a:path>
              </a:pathLst>
            </a:custGeom>
            <a:solidFill>
              <a:srgbClr val="F8F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43" name="Google Shape;2643;p51"/>
          <p:cNvSpPr txBox="1"/>
          <p:nvPr/>
        </p:nvSpPr>
        <p:spPr>
          <a:xfrm>
            <a:off x="8259287" y="2563757"/>
            <a:ext cx="1361430" cy="52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Users Across Enterprise Client</a:t>
            </a:r>
            <a:endParaRPr sz="1000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44" name="Google Shape;2644;p51"/>
          <p:cNvSpPr txBox="1"/>
          <p:nvPr/>
        </p:nvSpPr>
        <p:spPr>
          <a:xfrm>
            <a:off x="8252911" y="2099653"/>
            <a:ext cx="1076759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5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10K+</a:t>
            </a:r>
            <a:endParaRPr sz="25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645" name="Google Shape;2645;p51"/>
          <p:cNvSpPr/>
          <p:nvPr/>
        </p:nvSpPr>
        <p:spPr>
          <a:xfrm>
            <a:off x="7908206" y="3048461"/>
            <a:ext cx="379466" cy="3794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46" name="Google Shape;2646;p51"/>
          <p:cNvSpPr/>
          <p:nvPr/>
        </p:nvSpPr>
        <p:spPr>
          <a:xfrm>
            <a:off x="8012597" y="3150226"/>
            <a:ext cx="170684" cy="170684"/>
          </a:xfrm>
          <a:custGeom>
            <a:rect b="b" l="l" r="r" t="t"/>
            <a:pathLst>
              <a:path extrusionOk="0" h="998410" w="998410">
                <a:moveTo>
                  <a:pt x="673989" y="449199"/>
                </a:moveTo>
                <a:cubicBezTo>
                  <a:pt x="694754" y="449199"/>
                  <a:pt x="712470" y="441960"/>
                  <a:pt x="727043" y="427387"/>
                </a:cubicBezTo>
                <a:cubicBezTo>
                  <a:pt x="741616" y="412813"/>
                  <a:pt x="748855" y="395192"/>
                  <a:pt x="748855" y="374333"/>
                </a:cubicBezTo>
                <a:cubicBezTo>
                  <a:pt x="748855" y="353473"/>
                  <a:pt x="741616" y="335851"/>
                  <a:pt x="727043" y="321278"/>
                </a:cubicBezTo>
                <a:cubicBezTo>
                  <a:pt x="712470" y="306705"/>
                  <a:pt x="694848" y="299466"/>
                  <a:pt x="673989" y="299466"/>
                </a:cubicBezTo>
                <a:cubicBezTo>
                  <a:pt x="653129" y="299466"/>
                  <a:pt x="635508" y="306705"/>
                  <a:pt x="620935" y="321278"/>
                </a:cubicBezTo>
                <a:cubicBezTo>
                  <a:pt x="606361" y="335851"/>
                  <a:pt x="599122" y="353473"/>
                  <a:pt x="599122" y="374333"/>
                </a:cubicBezTo>
                <a:cubicBezTo>
                  <a:pt x="599122" y="395192"/>
                  <a:pt x="606361" y="412813"/>
                  <a:pt x="620935" y="427387"/>
                </a:cubicBezTo>
                <a:cubicBezTo>
                  <a:pt x="635508" y="441960"/>
                  <a:pt x="653129" y="449199"/>
                  <a:pt x="673989" y="449199"/>
                </a:cubicBezTo>
                <a:close/>
                <a:moveTo>
                  <a:pt x="324517" y="449199"/>
                </a:moveTo>
                <a:cubicBezTo>
                  <a:pt x="345281" y="449199"/>
                  <a:pt x="362998" y="441960"/>
                  <a:pt x="377571" y="427387"/>
                </a:cubicBezTo>
                <a:cubicBezTo>
                  <a:pt x="392144" y="412813"/>
                  <a:pt x="399383" y="395192"/>
                  <a:pt x="399383" y="374333"/>
                </a:cubicBezTo>
                <a:cubicBezTo>
                  <a:pt x="399383" y="353473"/>
                  <a:pt x="392144" y="335851"/>
                  <a:pt x="377571" y="321278"/>
                </a:cubicBezTo>
                <a:cubicBezTo>
                  <a:pt x="362998" y="306705"/>
                  <a:pt x="345377" y="299466"/>
                  <a:pt x="324517" y="299466"/>
                </a:cubicBezTo>
                <a:cubicBezTo>
                  <a:pt x="303657" y="299466"/>
                  <a:pt x="286035" y="306705"/>
                  <a:pt x="271463" y="321278"/>
                </a:cubicBezTo>
                <a:cubicBezTo>
                  <a:pt x="256889" y="335851"/>
                  <a:pt x="249650" y="353473"/>
                  <a:pt x="249650" y="374333"/>
                </a:cubicBezTo>
                <a:cubicBezTo>
                  <a:pt x="249650" y="395192"/>
                  <a:pt x="256889" y="412813"/>
                  <a:pt x="271463" y="427387"/>
                </a:cubicBezTo>
                <a:cubicBezTo>
                  <a:pt x="286035" y="441960"/>
                  <a:pt x="303657" y="449199"/>
                  <a:pt x="324517" y="449199"/>
                </a:cubicBezTo>
                <a:close/>
                <a:moveTo>
                  <a:pt x="499205" y="773716"/>
                </a:moveTo>
                <a:cubicBezTo>
                  <a:pt x="555784" y="773716"/>
                  <a:pt x="607123" y="757714"/>
                  <a:pt x="653319" y="725710"/>
                </a:cubicBezTo>
                <a:cubicBezTo>
                  <a:pt x="699516" y="693706"/>
                  <a:pt x="732948" y="651415"/>
                  <a:pt x="753808" y="599027"/>
                </a:cubicBezTo>
                <a:lnTo>
                  <a:pt x="671417" y="599027"/>
                </a:lnTo>
                <a:cubicBezTo>
                  <a:pt x="653129" y="629793"/>
                  <a:pt x="628745" y="654177"/>
                  <a:pt x="598361" y="672084"/>
                </a:cubicBezTo>
                <a:cubicBezTo>
                  <a:pt x="567976" y="689991"/>
                  <a:pt x="534924" y="698944"/>
                  <a:pt x="499110" y="698944"/>
                </a:cubicBezTo>
                <a:cubicBezTo>
                  <a:pt x="463296" y="698944"/>
                  <a:pt x="430244" y="689991"/>
                  <a:pt x="399859" y="672084"/>
                </a:cubicBezTo>
                <a:cubicBezTo>
                  <a:pt x="369475" y="654177"/>
                  <a:pt x="345186" y="629888"/>
                  <a:pt x="326803" y="599027"/>
                </a:cubicBezTo>
                <a:lnTo>
                  <a:pt x="244411" y="599027"/>
                </a:lnTo>
                <a:cubicBezTo>
                  <a:pt x="265176" y="651415"/>
                  <a:pt x="298704" y="693706"/>
                  <a:pt x="344900" y="725710"/>
                </a:cubicBezTo>
                <a:cubicBezTo>
                  <a:pt x="391096" y="757714"/>
                  <a:pt x="442436" y="773716"/>
                  <a:pt x="499014" y="773716"/>
                </a:cubicBezTo>
                <a:close/>
                <a:moveTo>
                  <a:pt x="499205" y="998410"/>
                </a:moveTo>
                <a:cubicBezTo>
                  <a:pt x="430149" y="998410"/>
                  <a:pt x="365284" y="985266"/>
                  <a:pt x="304514" y="959072"/>
                </a:cubicBezTo>
                <a:cubicBezTo>
                  <a:pt x="243744" y="932879"/>
                  <a:pt x="190976" y="897255"/>
                  <a:pt x="146018" y="852392"/>
                </a:cubicBezTo>
                <a:cubicBezTo>
                  <a:pt x="101060" y="807530"/>
                  <a:pt x="65532" y="754666"/>
                  <a:pt x="39338" y="693896"/>
                </a:cubicBezTo>
                <a:cubicBezTo>
                  <a:pt x="13145" y="633127"/>
                  <a:pt x="0" y="568262"/>
                  <a:pt x="0" y="499205"/>
                </a:cubicBezTo>
                <a:cubicBezTo>
                  <a:pt x="0" y="430149"/>
                  <a:pt x="13145" y="365284"/>
                  <a:pt x="39338" y="304514"/>
                </a:cubicBezTo>
                <a:cubicBezTo>
                  <a:pt x="65532" y="243745"/>
                  <a:pt x="101155" y="190976"/>
                  <a:pt x="146018" y="146018"/>
                </a:cubicBezTo>
                <a:cubicBezTo>
                  <a:pt x="190976" y="101060"/>
                  <a:pt x="243744" y="65532"/>
                  <a:pt x="304514" y="39338"/>
                </a:cubicBezTo>
                <a:cubicBezTo>
                  <a:pt x="365284" y="13144"/>
                  <a:pt x="430149" y="0"/>
                  <a:pt x="499205" y="0"/>
                </a:cubicBezTo>
                <a:cubicBezTo>
                  <a:pt x="568261" y="0"/>
                  <a:pt x="633127" y="13144"/>
                  <a:pt x="693896" y="39338"/>
                </a:cubicBezTo>
                <a:cubicBezTo>
                  <a:pt x="754666" y="65532"/>
                  <a:pt x="807434" y="101155"/>
                  <a:pt x="852392" y="146018"/>
                </a:cubicBezTo>
                <a:cubicBezTo>
                  <a:pt x="897350" y="190881"/>
                  <a:pt x="932879" y="243745"/>
                  <a:pt x="959072" y="304514"/>
                </a:cubicBezTo>
                <a:cubicBezTo>
                  <a:pt x="985266" y="365284"/>
                  <a:pt x="998411" y="430149"/>
                  <a:pt x="998411" y="499205"/>
                </a:cubicBezTo>
                <a:cubicBezTo>
                  <a:pt x="998411" y="568262"/>
                  <a:pt x="985266" y="633127"/>
                  <a:pt x="959072" y="693896"/>
                </a:cubicBezTo>
                <a:cubicBezTo>
                  <a:pt x="932879" y="754666"/>
                  <a:pt x="897255" y="807434"/>
                  <a:pt x="852392" y="852392"/>
                </a:cubicBezTo>
                <a:cubicBezTo>
                  <a:pt x="807434" y="897350"/>
                  <a:pt x="754666" y="932879"/>
                  <a:pt x="693896" y="959072"/>
                </a:cubicBezTo>
                <a:cubicBezTo>
                  <a:pt x="633127" y="985266"/>
                  <a:pt x="568261" y="998410"/>
                  <a:pt x="499205" y="998410"/>
                </a:cubicBezTo>
                <a:close/>
                <a:moveTo>
                  <a:pt x="499205" y="898588"/>
                </a:moveTo>
                <a:cubicBezTo>
                  <a:pt x="610743" y="898588"/>
                  <a:pt x="705135" y="859917"/>
                  <a:pt x="782478" y="782479"/>
                </a:cubicBezTo>
                <a:cubicBezTo>
                  <a:pt x="859821" y="705136"/>
                  <a:pt x="898588" y="610648"/>
                  <a:pt x="898588" y="499205"/>
                </a:cubicBezTo>
                <a:cubicBezTo>
                  <a:pt x="898588" y="387763"/>
                  <a:pt x="859917" y="293275"/>
                  <a:pt x="782478" y="215932"/>
                </a:cubicBezTo>
                <a:cubicBezTo>
                  <a:pt x="705135" y="138589"/>
                  <a:pt x="610648" y="99822"/>
                  <a:pt x="499205" y="99822"/>
                </a:cubicBezTo>
                <a:cubicBezTo>
                  <a:pt x="387762" y="99822"/>
                  <a:pt x="293275" y="138493"/>
                  <a:pt x="215932" y="215932"/>
                </a:cubicBezTo>
                <a:cubicBezTo>
                  <a:pt x="138589" y="293275"/>
                  <a:pt x="99822" y="387763"/>
                  <a:pt x="99822" y="499205"/>
                </a:cubicBezTo>
                <a:cubicBezTo>
                  <a:pt x="99822" y="610648"/>
                  <a:pt x="138493" y="705136"/>
                  <a:pt x="215932" y="782479"/>
                </a:cubicBezTo>
                <a:cubicBezTo>
                  <a:pt x="293275" y="859822"/>
                  <a:pt x="387762" y="898588"/>
                  <a:pt x="499205" y="89858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47" name="Google Shape;2647;p51"/>
          <p:cNvSpPr txBox="1"/>
          <p:nvPr/>
        </p:nvSpPr>
        <p:spPr>
          <a:xfrm>
            <a:off x="642176" y="5596396"/>
            <a:ext cx="3537228" cy="75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Lorem ipsum dolor sit amet, consectetuer adipiscing elit. Aenean commodo ligula eget dolor. Aenean massa. Cum sociis natoque penatibus.</a:t>
            </a:r>
            <a:endParaRPr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48" name="Google Shape;2648;p51"/>
          <p:cNvSpPr txBox="1"/>
          <p:nvPr/>
        </p:nvSpPr>
        <p:spPr>
          <a:xfrm>
            <a:off x="642173" y="5201533"/>
            <a:ext cx="1475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Sub Headline</a:t>
            </a:r>
            <a:endParaRPr sz="14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grpSp>
        <p:nvGrpSpPr>
          <p:cNvPr id="2649" name="Google Shape;2649;p51"/>
          <p:cNvGrpSpPr/>
          <p:nvPr/>
        </p:nvGrpSpPr>
        <p:grpSpPr>
          <a:xfrm>
            <a:off x="10733273" y="2634343"/>
            <a:ext cx="437438" cy="437438"/>
            <a:chOff x="4876800" y="2209800"/>
            <a:chExt cx="2438400" cy="2438400"/>
          </a:xfrm>
        </p:grpSpPr>
        <p:sp>
          <p:nvSpPr>
            <p:cNvPr id="2650" name="Google Shape;2650;p51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51" name="Google Shape;2651;p5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52" name="Google Shape;2652;p51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53" name="Google Shape;2653;p5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54" name="Google Shape;2654;p51"/>
          <p:cNvSpPr/>
          <p:nvPr/>
        </p:nvSpPr>
        <p:spPr>
          <a:xfrm>
            <a:off x="5140938" y="5867512"/>
            <a:ext cx="1825742" cy="45595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55" name="Google Shape;2655;p51"/>
          <p:cNvSpPr txBox="1"/>
          <p:nvPr/>
        </p:nvSpPr>
        <p:spPr>
          <a:xfrm>
            <a:off x="5394437" y="5949729"/>
            <a:ext cx="13106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400">
                <a:solidFill>
                  <a:schemeClr val="lt2"/>
                </a:solidFill>
                <a:latin typeface="Sora SemiBold"/>
                <a:ea typeface="Sora SemiBold"/>
                <a:cs typeface="Sora SemiBold"/>
                <a:sym typeface="Sora SemiBold"/>
              </a:rPr>
              <a:t>See You!</a:t>
            </a:r>
            <a:endParaRPr sz="1400">
              <a:solidFill>
                <a:schemeClr val="lt2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656" name="Google Shape;2656;p51"/>
          <p:cNvSpPr/>
          <p:nvPr/>
        </p:nvSpPr>
        <p:spPr>
          <a:xfrm>
            <a:off x="6825864" y="5958852"/>
            <a:ext cx="281632" cy="27327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57" name="Google Shape;2657;p51"/>
          <p:cNvSpPr/>
          <p:nvPr/>
        </p:nvSpPr>
        <p:spPr>
          <a:xfrm>
            <a:off x="6924943" y="6060791"/>
            <a:ext cx="85136" cy="85652"/>
          </a:xfrm>
          <a:custGeom>
            <a:rect b="b" l="l" r="r" t="t"/>
            <a:pathLst>
              <a:path extrusionOk="0" h="536352" w="533114">
                <a:moveTo>
                  <a:pt x="9239" y="0"/>
                </a:moveTo>
                <a:lnTo>
                  <a:pt x="9239" y="38100"/>
                </a:lnTo>
                <a:lnTo>
                  <a:pt x="468344" y="38100"/>
                </a:lnTo>
                <a:lnTo>
                  <a:pt x="0" y="509588"/>
                </a:lnTo>
                <a:lnTo>
                  <a:pt x="27051" y="536353"/>
                </a:lnTo>
                <a:lnTo>
                  <a:pt x="495014" y="65246"/>
                </a:lnTo>
                <a:lnTo>
                  <a:pt x="495014" y="523875"/>
                </a:lnTo>
                <a:lnTo>
                  <a:pt x="533114" y="523875"/>
                </a:lnTo>
                <a:lnTo>
                  <a:pt x="533114" y="0"/>
                </a:lnTo>
                <a:lnTo>
                  <a:pt x="923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658" name="Google Shape;2658;p51"/>
          <p:cNvGrpSpPr/>
          <p:nvPr/>
        </p:nvGrpSpPr>
        <p:grpSpPr>
          <a:xfrm>
            <a:off x="1874987" y="4453385"/>
            <a:ext cx="231620" cy="231620"/>
            <a:chOff x="4876800" y="2209800"/>
            <a:chExt cx="2438400" cy="2438400"/>
          </a:xfrm>
        </p:grpSpPr>
        <p:sp>
          <p:nvSpPr>
            <p:cNvPr id="2659" name="Google Shape;2659;p51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60" name="Google Shape;2660;p5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61" name="Google Shape;2661;p51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62" name="Google Shape;2662;p5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2663" name="Google Shape;2663;p51"/>
          <p:cNvGrpSpPr/>
          <p:nvPr/>
        </p:nvGrpSpPr>
        <p:grpSpPr>
          <a:xfrm>
            <a:off x="3588543" y="4382365"/>
            <a:ext cx="605280" cy="605280"/>
            <a:chOff x="4876800" y="2209800"/>
            <a:chExt cx="2438400" cy="2438400"/>
          </a:xfrm>
        </p:grpSpPr>
        <p:sp>
          <p:nvSpPr>
            <p:cNvPr id="2664" name="Google Shape;2664;p51"/>
            <p:cNvSpPr/>
            <p:nvPr/>
          </p:nvSpPr>
          <p:spPr>
            <a:xfrm>
              <a:off x="6096000" y="2209800"/>
              <a:ext cx="9525" cy="2438400"/>
            </a:xfrm>
            <a:custGeom>
              <a:rect b="b" l="l" r="r" t="t"/>
              <a:pathLst>
                <a:path extrusionOk="0" h="2438400" w="9525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65" name="Google Shape;2665;p5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0"/>
                  </a:moveTo>
                  <a:lnTo>
                    <a:pt x="0" y="1724216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66" name="Google Shape;2666;p51"/>
            <p:cNvSpPr/>
            <p:nvPr/>
          </p:nvSpPr>
          <p:spPr>
            <a:xfrm>
              <a:off x="4876800" y="3429000"/>
              <a:ext cx="2438400" cy="9525"/>
            </a:xfrm>
            <a:custGeom>
              <a:rect b="b" l="l" r="r" t="t"/>
              <a:pathLst>
                <a:path extrusionOk="0" h="9525" w="2438400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67" name="Google Shape;2667;p51"/>
            <p:cNvSpPr/>
            <p:nvPr/>
          </p:nvSpPr>
          <p:spPr>
            <a:xfrm>
              <a:off x="5233892" y="2566892"/>
              <a:ext cx="1724215" cy="1724215"/>
            </a:xfrm>
            <a:custGeom>
              <a:rect b="b" l="l" r="r" t="t"/>
              <a:pathLst>
                <a:path extrusionOk="0" h="1724215" w="1724215">
                  <a:moveTo>
                    <a:pt x="1724216" y="172421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8F4F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pic>
        <p:nvPicPr>
          <p:cNvPr id="2668" name="Google Shape;2668;p51"/>
          <p:cNvPicPr preferRelativeResize="0"/>
          <p:nvPr>
            <p:ph idx="2" type="pic"/>
          </p:nvPr>
        </p:nvPicPr>
        <p:blipFill/>
        <p:spPr>
          <a:xfrm>
            <a:off x="8012453" y="4223657"/>
            <a:ext cx="3484222" cy="2097867"/>
          </a:xfrm>
          <a:prstGeom prst="roundRect">
            <a:avLst>
              <a:gd fmla="val 9345" name="adj"/>
            </a:avLst>
          </a:prstGeom>
          <a:blipFill rotWithShape="1">
            <a:blip r:embed="rId3">
              <a:alphaModFix/>
            </a:blip>
            <a:tile algn="tl" flip="none" tx="0" sx="25000" ty="0" sy="25000"/>
          </a:blip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8">
      <a:dk1>
        <a:srgbClr val="F8F4F1"/>
      </a:dk1>
      <a:lt1>
        <a:srgbClr val="1A0C4C"/>
      </a:lt1>
      <a:dk2>
        <a:srgbClr val="F8F4F1"/>
      </a:dk2>
      <a:lt2>
        <a:srgbClr val="1A0C4C"/>
      </a:lt2>
      <a:accent1>
        <a:srgbClr val="83C9E5"/>
      </a:accent1>
      <a:accent2>
        <a:srgbClr val="A996EA"/>
      </a:accent2>
      <a:accent3>
        <a:srgbClr val="DADADA"/>
      </a:accent3>
      <a:accent4>
        <a:srgbClr val="B6B6B6"/>
      </a:accent4>
      <a:accent5>
        <a:srgbClr val="797979"/>
      </a:accent5>
      <a:accent6>
        <a:srgbClr val="171163"/>
      </a:accent6>
      <a:hlink>
        <a:srgbClr val="83C9E5"/>
      </a:hlink>
      <a:folHlink>
        <a:srgbClr val="A996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